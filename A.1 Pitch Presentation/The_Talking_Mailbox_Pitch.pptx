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9" r:id="rId3"/>
    <p:sldId id="262" r:id="rId4"/>
    <p:sldId id="264" r:id="rId5"/>
    <p:sldId id="269" r:id="rId6"/>
    <p:sldId id="297" r:id="rId7"/>
    <p:sldId id="298" r:id="rId8"/>
    <p:sldId id="301" r:id="rId9"/>
    <p:sldId id="299" r:id="rId10"/>
    <p:sldId id="302" r:id="rId11"/>
  </p:sldIdLst>
  <p:sldSz cx="9144000" cy="5143500" type="screen16x9"/>
  <p:notesSz cx="6858000" cy="9144000"/>
  <p:embeddedFontLst>
    <p:embeddedFont>
      <p:font typeface="Manrope" panose="020B0604020202020204" charset="0"/>
      <p:regular r:id="rId13"/>
      <p:bold r:id="rId14"/>
    </p:embeddedFont>
    <p:embeddedFont>
      <p:font typeface="Nunito Light" pitchFamily="2" charset="0"/>
      <p:regular r:id="rId15"/>
      <p:italic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Light" panose="02000000000000000000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E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63929-068E-4D52-942E-B3041DBA2BC1}" v="43" dt="2025-10-21T12:56:02.147"/>
    <p1510:client id="{A947738B-BDFF-4532-8311-674A61BFA10C}" v="65" dt="2025-10-21T09:21:50.365"/>
  </p1510:revLst>
</p1510:revInfo>
</file>

<file path=ppt/tableStyles.xml><?xml version="1.0" encoding="utf-8"?>
<a:tblStyleLst xmlns:a="http://schemas.openxmlformats.org/drawingml/2006/main" def="{6018E88B-AB27-42D5-A343-D93A122B9140}">
  <a:tblStyle styleId="{6018E88B-AB27-42D5-A343-D93A122B91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934EF6-CD1F-4C2B-89AD-40856408C9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850" y="18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1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othari" userId="2ad1c0a53281c2ab" providerId="LiveId" clId="{D6A6F71D-D2D6-4C8C-B265-23E5D4AFE2B6}"/>
    <pc:docChg chg="undo custSel addSld delSld modSld delMainMaster">
      <pc:chgData name="Abhinav Kothari" userId="2ad1c0a53281c2ab" providerId="LiveId" clId="{D6A6F71D-D2D6-4C8C-B265-23E5D4AFE2B6}" dt="2025-10-21T13:04:13.351" v="3756" actId="20577"/>
      <pc:docMkLst>
        <pc:docMk/>
      </pc:docMkLst>
      <pc:sldChg chg="addSp delSp modSp mod modTransition">
        <pc:chgData name="Abhinav Kothari" userId="2ad1c0a53281c2ab" providerId="LiveId" clId="{D6A6F71D-D2D6-4C8C-B265-23E5D4AFE2B6}" dt="2025-10-21T09:28:19.059" v="1122" actId="1076"/>
        <pc:sldMkLst>
          <pc:docMk/>
          <pc:sldMk cId="0" sldId="256"/>
        </pc:sldMkLst>
        <pc:spChg chg="mod">
          <ac:chgData name="Abhinav Kothari" userId="2ad1c0a53281c2ab" providerId="LiveId" clId="{D6A6F71D-D2D6-4C8C-B265-23E5D4AFE2B6}" dt="2025-10-21T09:27:41.578" v="1112" actId="14100"/>
          <ac:spMkLst>
            <pc:docMk/>
            <pc:sldMk cId="0" sldId="256"/>
            <ac:spMk id="223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28:19.059" v="1122" actId="1076"/>
          <ac:spMkLst>
            <pc:docMk/>
            <pc:sldMk cId="0" sldId="256"/>
            <ac:spMk id="224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14:52.213" v="895" actId="1076"/>
          <ac:spMkLst>
            <pc:docMk/>
            <pc:sldMk cId="0" sldId="256"/>
            <ac:spMk id="225" creationId="{00000000-0000-0000-0000-000000000000}"/>
          </ac:spMkLst>
        </pc:spChg>
        <pc:picChg chg="add del mod">
          <ac:chgData name="Abhinav Kothari" userId="2ad1c0a53281c2ab" providerId="LiveId" clId="{D6A6F71D-D2D6-4C8C-B265-23E5D4AFE2B6}" dt="2025-10-21T09:27:09.809" v="1086" actId="21"/>
          <ac:picMkLst>
            <pc:docMk/>
            <pc:sldMk cId="0" sldId="256"/>
            <ac:picMk id="3" creationId="{E4CC330F-EB35-9B8A-E7AD-F880F8FE4638}"/>
          </ac:picMkLst>
        </pc:picChg>
        <pc:picChg chg="mod">
          <ac:chgData name="Abhinav Kothari" userId="2ad1c0a53281c2ab" providerId="LiveId" clId="{D6A6F71D-D2D6-4C8C-B265-23E5D4AFE2B6}" dt="2025-10-21T09:27:17.595" v="1088" actId="207"/>
          <ac:picMkLst>
            <pc:docMk/>
            <pc:sldMk cId="0" sldId="256"/>
            <ac:picMk id="4" creationId="{8F57D983-69FC-A606-6885-799CC343E1E0}"/>
          </ac:picMkLst>
        </pc:picChg>
      </pc:sldChg>
      <pc:sldChg chg="addSp delSp modSp mod modTransition">
        <pc:chgData name="Abhinav Kothari" userId="2ad1c0a53281c2ab" providerId="LiveId" clId="{D6A6F71D-D2D6-4C8C-B265-23E5D4AFE2B6}" dt="2025-10-21T09:34:19.284" v="1802" actId="33524"/>
        <pc:sldMkLst>
          <pc:docMk/>
          <pc:sldMk cId="0" sldId="259"/>
        </pc:sldMkLst>
        <pc:spChg chg="mod">
          <ac:chgData name="Abhinav Kothari" userId="2ad1c0a53281c2ab" providerId="LiveId" clId="{D6A6F71D-D2D6-4C8C-B265-23E5D4AFE2B6}" dt="2025-10-21T09:34:19.284" v="1802" actId="33524"/>
          <ac:spMkLst>
            <pc:docMk/>
            <pc:sldMk cId="0" sldId="259"/>
            <ac:spMk id="264" creationId="{00000000-0000-0000-0000-000000000000}"/>
          </ac:spMkLst>
        </pc:spChg>
        <pc:picChg chg="add del mod">
          <ac:chgData name="Abhinav Kothari" userId="2ad1c0a53281c2ab" providerId="LiveId" clId="{D6A6F71D-D2D6-4C8C-B265-23E5D4AFE2B6}" dt="2025-10-21T08:01:40.931" v="2" actId="21"/>
          <ac:picMkLst>
            <pc:docMk/>
            <pc:sldMk cId="0" sldId="259"/>
            <ac:picMk id="3" creationId="{7EE6BF25-F5FA-BFD0-FD82-79A90A8C0035}"/>
          </ac:picMkLst>
        </pc:picChg>
        <pc:picChg chg="mod">
          <ac:chgData name="Abhinav Kothari" userId="2ad1c0a53281c2ab" providerId="LiveId" clId="{D6A6F71D-D2D6-4C8C-B265-23E5D4AFE2B6}" dt="2025-10-21T08:01:52.001" v="4" actId="207"/>
          <ac:picMkLst>
            <pc:docMk/>
            <pc:sldMk cId="0" sldId="259"/>
            <ac:picMk id="265" creationId="{00000000-0000-0000-0000-000000000000}"/>
          </ac:picMkLst>
        </pc:picChg>
      </pc:sldChg>
      <pc:sldChg chg="addSp delSp modSp mod modTransition">
        <pc:chgData name="Abhinav Kothari" userId="2ad1c0a53281c2ab" providerId="LiveId" clId="{D6A6F71D-D2D6-4C8C-B265-23E5D4AFE2B6}" dt="2025-10-21T09:42:15.704" v="2207" actId="20577"/>
        <pc:sldMkLst>
          <pc:docMk/>
          <pc:sldMk cId="0" sldId="262"/>
        </pc:sldMkLst>
        <pc:spChg chg="mod">
          <ac:chgData name="Abhinav Kothari" userId="2ad1c0a53281c2ab" providerId="LiveId" clId="{D6A6F71D-D2D6-4C8C-B265-23E5D4AFE2B6}" dt="2025-10-21T09:30:46.642" v="1432" actId="20577"/>
          <ac:spMkLst>
            <pc:docMk/>
            <pc:sldMk cId="0" sldId="262"/>
            <ac:spMk id="290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31:09.729" v="1444" actId="20577"/>
          <ac:spMkLst>
            <pc:docMk/>
            <pc:sldMk cId="0" sldId="262"/>
            <ac:spMk id="291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39:18.115" v="1860" actId="20577"/>
          <ac:spMkLst>
            <pc:docMk/>
            <pc:sldMk cId="0" sldId="262"/>
            <ac:spMk id="292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0:24.887" v="1942" actId="20577"/>
          <ac:spMkLst>
            <pc:docMk/>
            <pc:sldMk cId="0" sldId="262"/>
            <ac:spMk id="293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0:01.239" v="1886" actId="20577"/>
          <ac:spMkLst>
            <pc:docMk/>
            <pc:sldMk cId="0" sldId="262"/>
            <ac:spMk id="294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2:15.704" v="2207" actId="20577"/>
          <ac:spMkLst>
            <pc:docMk/>
            <pc:sldMk cId="0" sldId="262"/>
            <ac:spMk id="295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38:23.898" v="1849" actId="20577"/>
          <ac:spMkLst>
            <pc:docMk/>
            <pc:sldMk cId="0" sldId="262"/>
            <ac:spMk id="296" creationId="{00000000-0000-0000-0000-000000000000}"/>
          </ac:spMkLst>
        </pc:spChg>
        <pc:grpChg chg="del">
          <ac:chgData name="Abhinav Kothari" userId="2ad1c0a53281c2ab" providerId="LiveId" clId="{D6A6F71D-D2D6-4C8C-B265-23E5D4AFE2B6}" dt="2025-10-21T08:06:51.164" v="57" actId="478"/>
          <ac:grpSpMkLst>
            <pc:docMk/>
            <pc:sldMk cId="0" sldId="262"/>
            <ac:grpSpMk id="297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05:22.052" v="45" actId="478"/>
          <ac:grpSpMkLst>
            <pc:docMk/>
            <pc:sldMk cId="0" sldId="262"/>
            <ac:grpSpMk id="300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04:19.845" v="34" actId="478"/>
          <ac:grpSpMkLst>
            <pc:docMk/>
            <pc:sldMk cId="0" sldId="262"/>
            <ac:grpSpMk id="305" creationId="{00000000-0000-0000-0000-000000000000}"/>
          </ac:grpSpMkLst>
        </pc:grpChg>
        <pc:picChg chg="add del mod">
          <ac:chgData name="Abhinav Kothari" userId="2ad1c0a53281c2ab" providerId="LiveId" clId="{D6A6F71D-D2D6-4C8C-B265-23E5D4AFE2B6}" dt="2025-10-21T08:03:46.472" v="27" actId="21"/>
          <ac:picMkLst>
            <pc:docMk/>
            <pc:sldMk cId="0" sldId="262"/>
            <ac:picMk id="3" creationId="{3A5B6F97-9D8F-7D80-A877-8768546FF175}"/>
          </ac:picMkLst>
        </pc:picChg>
        <pc:picChg chg="add del mod">
          <ac:chgData name="Abhinav Kothari" userId="2ad1c0a53281c2ab" providerId="LiveId" clId="{D6A6F71D-D2D6-4C8C-B265-23E5D4AFE2B6}" dt="2025-10-21T09:31:37.809" v="1447" actId="21"/>
          <ac:picMkLst>
            <pc:docMk/>
            <pc:sldMk cId="0" sldId="262"/>
            <ac:picMk id="3" creationId="{D53C4086-2F73-2A81-0316-15AFF6A57E2E}"/>
          </ac:picMkLst>
        </pc:picChg>
        <pc:picChg chg="add mod ord">
          <ac:chgData name="Abhinav Kothari" userId="2ad1c0a53281c2ab" providerId="LiveId" clId="{D6A6F71D-D2D6-4C8C-B265-23E5D4AFE2B6}" dt="2025-10-21T09:31:40.409" v="1448" actId="14826"/>
          <ac:picMkLst>
            <pc:docMk/>
            <pc:sldMk cId="0" sldId="262"/>
            <ac:picMk id="4" creationId="{3A5B6F97-9D8F-7D80-A877-8768546FF175}"/>
          </ac:picMkLst>
        </pc:picChg>
        <pc:picChg chg="add mod">
          <ac:chgData name="Abhinav Kothari" userId="2ad1c0a53281c2ab" providerId="LiveId" clId="{D6A6F71D-D2D6-4C8C-B265-23E5D4AFE2B6}" dt="2025-10-21T09:39:15.256" v="1854" actId="207"/>
          <ac:picMkLst>
            <pc:docMk/>
            <pc:sldMk cId="0" sldId="262"/>
            <ac:picMk id="6" creationId="{DD712D33-2FAE-A058-981A-EBC0246ADB3B}"/>
          </ac:picMkLst>
        </pc:picChg>
        <pc:picChg chg="add del mod">
          <ac:chgData name="Abhinav Kothari" userId="2ad1c0a53281c2ab" providerId="LiveId" clId="{D6A6F71D-D2D6-4C8C-B265-23E5D4AFE2B6}" dt="2025-10-21T09:39:09.083" v="1852" actId="21"/>
          <ac:picMkLst>
            <pc:docMk/>
            <pc:sldMk cId="0" sldId="262"/>
            <ac:picMk id="7" creationId="{8A10B493-AD4B-FA36-E0E4-384172C87121}"/>
          </ac:picMkLst>
        </pc:picChg>
        <pc:picChg chg="add mod ord">
          <ac:chgData name="Abhinav Kothari" userId="2ad1c0a53281c2ab" providerId="LiveId" clId="{D6A6F71D-D2D6-4C8C-B265-23E5D4AFE2B6}" dt="2025-10-21T09:38:19.375" v="1844" actId="14826"/>
          <ac:picMkLst>
            <pc:docMk/>
            <pc:sldMk cId="0" sldId="262"/>
            <ac:picMk id="8" creationId="{1CAE8B01-0587-2F84-C754-6C034A314F77}"/>
          </ac:picMkLst>
        </pc:picChg>
        <pc:picChg chg="add del mod">
          <ac:chgData name="Abhinav Kothari" userId="2ad1c0a53281c2ab" providerId="LiveId" clId="{D6A6F71D-D2D6-4C8C-B265-23E5D4AFE2B6}" dt="2025-10-21T08:07:15.160" v="63" actId="478"/>
          <ac:picMkLst>
            <pc:docMk/>
            <pc:sldMk cId="0" sldId="262"/>
            <ac:picMk id="10" creationId="{6DB14246-C851-7EEB-2005-B6409CF038CF}"/>
          </ac:picMkLst>
        </pc:picChg>
      </pc:sldChg>
      <pc:sldChg chg="del">
        <pc:chgData name="Abhinav Kothari" userId="2ad1c0a53281c2ab" providerId="LiveId" clId="{D6A6F71D-D2D6-4C8C-B265-23E5D4AFE2B6}" dt="2025-10-21T08:08:53.914" v="64" actId="2696"/>
        <pc:sldMkLst>
          <pc:docMk/>
          <pc:sldMk cId="0" sldId="263"/>
        </pc:sldMkLst>
      </pc:sldChg>
      <pc:sldChg chg="addSp delSp modSp mod modTransition">
        <pc:chgData name="Abhinav Kothari" userId="2ad1c0a53281c2ab" providerId="LiveId" clId="{D6A6F71D-D2D6-4C8C-B265-23E5D4AFE2B6}" dt="2025-10-21T10:54:07.737" v="3062"/>
        <pc:sldMkLst>
          <pc:docMk/>
          <pc:sldMk cId="0" sldId="264"/>
        </pc:sldMkLst>
        <pc:spChg chg="mod">
          <ac:chgData name="Abhinav Kothari" userId="2ad1c0a53281c2ab" providerId="LiveId" clId="{D6A6F71D-D2D6-4C8C-B265-23E5D4AFE2B6}" dt="2025-10-21T08:09:08.483" v="84" actId="20577"/>
          <ac:spMkLst>
            <pc:docMk/>
            <pc:sldMk cId="0" sldId="264"/>
            <ac:spMk id="348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2:46.592" v="2280" actId="20577"/>
          <ac:spMkLst>
            <pc:docMk/>
            <pc:sldMk cId="0" sldId="264"/>
            <ac:spMk id="349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3:49.737" v="2421" actId="20577"/>
          <ac:spMkLst>
            <pc:docMk/>
            <pc:sldMk cId="0" sldId="264"/>
            <ac:spMk id="350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5:10.332" v="2605" actId="20577"/>
          <ac:spMkLst>
            <pc:docMk/>
            <pc:sldMk cId="0" sldId="264"/>
            <ac:spMk id="351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4:34.837" v="2540"/>
          <ac:spMkLst>
            <pc:docMk/>
            <pc:sldMk cId="0" sldId="264"/>
            <ac:spMk id="352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2:30.290" v="2211" actId="20577"/>
          <ac:spMkLst>
            <pc:docMk/>
            <pc:sldMk cId="0" sldId="264"/>
            <ac:spMk id="353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2:56.625" v="2295" actId="20577"/>
          <ac:spMkLst>
            <pc:docMk/>
            <pc:sldMk cId="0" sldId="264"/>
            <ac:spMk id="354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4:48.334" v="2573" actId="20577"/>
          <ac:spMkLst>
            <pc:docMk/>
            <pc:sldMk cId="0" sldId="264"/>
            <ac:spMk id="358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09:44:36.995" v="2541" actId="20577"/>
          <ac:spMkLst>
            <pc:docMk/>
            <pc:sldMk cId="0" sldId="264"/>
            <ac:spMk id="359" creationId="{00000000-0000-0000-0000-000000000000}"/>
          </ac:spMkLst>
        </pc:spChg>
        <pc:picChg chg="add del mod">
          <ac:chgData name="Abhinav Kothari" userId="2ad1c0a53281c2ab" providerId="LiveId" clId="{D6A6F71D-D2D6-4C8C-B265-23E5D4AFE2B6}" dt="2025-10-21T10:54:07.737" v="3062"/>
          <ac:picMkLst>
            <pc:docMk/>
            <pc:sldMk cId="0" sldId="264"/>
            <ac:picMk id="13" creationId="{C3303B11-53AF-C50E-2C7B-A62698586883}"/>
          </ac:picMkLst>
        </pc:picChg>
        <pc:cxnChg chg="mod">
          <ac:chgData name="Abhinav Kothari" userId="2ad1c0a53281c2ab" providerId="LiveId" clId="{D6A6F71D-D2D6-4C8C-B265-23E5D4AFE2B6}" dt="2025-10-21T08:30:05.632" v="274" actId="1037"/>
          <ac:cxnSpMkLst>
            <pc:docMk/>
            <pc:sldMk cId="0" sldId="264"/>
            <ac:cxnSpMk id="361" creationId="{00000000-0000-0000-0000-000000000000}"/>
          </ac:cxnSpMkLst>
        </pc:cxnChg>
        <pc:cxnChg chg="mod">
          <ac:chgData name="Abhinav Kothari" userId="2ad1c0a53281c2ab" providerId="LiveId" clId="{D6A6F71D-D2D6-4C8C-B265-23E5D4AFE2B6}" dt="2025-10-21T08:30:25.925" v="316" actId="1037"/>
          <ac:cxnSpMkLst>
            <pc:docMk/>
            <pc:sldMk cId="0" sldId="264"/>
            <ac:cxnSpMk id="362" creationId="{00000000-0000-0000-0000-000000000000}"/>
          </ac:cxnSpMkLst>
        </pc:cxnChg>
        <pc:cxnChg chg="mod">
          <ac:chgData name="Abhinav Kothari" userId="2ad1c0a53281c2ab" providerId="LiveId" clId="{D6A6F71D-D2D6-4C8C-B265-23E5D4AFE2B6}" dt="2025-10-21T08:30:55.833" v="337" actId="1038"/>
          <ac:cxnSpMkLst>
            <pc:docMk/>
            <pc:sldMk cId="0" sldId="264"/>
            <ac:cxnSpMk id="363" creationId="{00000000-0000-0000-0000-000000000000}"/>
          </ac:cxnSpMkLst>
        </pc:cxnChg>
      </pc:sldChg>
      <pc:sldChg chg="del">
        <pc:chgData name="Abhinav Kothari" userId="2ad1c0a53281c2ab" providerId="LiveId" clId="{D6A6F71D-D2D6-4C8C-B265-23E5D4AFE2B6}" dt="2025-10-21T09:15:48.253" v="918" actId="47"/>
        <pc:sldMkLst>
          <pc:docMk/>
          <pc:sldMk cId="0" sldId="268"/>
        </pc:sldMkLst>
      </pc:sldChg>
      <pc:sldChg chg="addSp delSp modSp mod modTransition">
        <pc:chgData name="Abhinav Kothari" userId="2ad1c0a53281c2ab" providerId="LiveId" clId="{D6A6F71D-D2D6-4C8C-B265-23E5D4AFE2B6}" dt="2025-10-21T13:03:13.793" v="3735" actId="20577"/>
        <pc:sldMkLst>
          <pc:docMk/>
          <pc:sldMk cId="0" sldId="269"/>
        </pc:sldMkLst>
        <pc:spChg chg="add mod topLvl">
          <ac:chgData name="Abhinav Kothari" userId="2ad1c0a53281c2ab" providerId="LiveId" clId="{D6A6F71D-D2D6-4C8C-B265-23E5D4AFE2B6}" dt="2025-10-21T09:11:23.379" v="730" actId="164"/>
          <ac:spMkLst>
            <pc:docMk/>
            <pc:sldMk cId="0" sldId="269"/>
            <ac:spMk id="22" creationId="{CDEE880D-D077-7A2C-34E9-4D52923306B2}"/>
          </ac:spMkLst>
        </pc:spChg>
        <pc:spChg chg="add del mod topLvl">
          <ac:chgData name="Abhinav Kothari" userId="2ad1c0a53281c2ab" providerId="LiveId" clId="{D6A6F71D-D2D6-4C8C-B265-23E5D4AFE2B6}" dt="2025-10-21T10:01:53.183" v="2721" actId="478"/>
          <ac:spMkLst>
            <pc:docMk/>
            <pc:sldMk cId="0" sldId="269"/>
            <ac:spMk id="26" creationId="{B99FBC48-2A5D-E84A-EAD1-EB68C265085A}"/>
          </ac:spMkLst>
        </pc:spChg>
        <pc:spChg chg="add mod">
          <ac:chgData name="Abhinav Kothari" userId="2ad1c0a53281c2ab" providerId="LiveId" clId="{D6A6F71D-D2D6-4C8C-B265-23E5D4AFE2B6}" dt="2025-10-21T09:14:32.087" v="892" actId="164"/>
          <ac:spMkLst>
            <pc:docMk/>
            <pc:sldMk cId="0" sldId="269"/>
            <ac:spMk id="60" creationId="{2BD44B27-20E0-0A26-8B36-04FD5062D593}"/>
          </ac:spMkLst>
        </pc:spChg>
        <pc:spChg chg="mod">
          <ac:chgData name="Abhinav Kothari" userId="2ad1c0a53281c2ab" providerId="LiveId" clId="{D6A6F71D-D2D6-4C8C-B265-23E5D4AFE2B6}" dt="2025-10-21T09:02:17.200" v="557" actId="20577"/>
          <ac:spMkLst>
            <pc:docMk/>
            <pc:sldMk cId="0" sldId="269"/>
            <ac:spMk id="445" creationId="{00000000-0000-0000-0000-000000000000}"/>
          </ac:spMkLst>
        </pc:spChg>
        <pc:spChg chg="mod topLvl">
          <ac:chgData name="Abhinav Kothari" userId="2ad1c0a53281c2ab" providerId="LiveId" clId="{D6A6F71D-D2D6-4C8C-B265-23E5D4AFE2B6}" dt="2025-10-21T13:03:13.793" v="3735" actId="20577"/>
          <ac:spMkLst>
            <pc:docMk/>
            <pc:sldMk cId="0" sldId="269"/>
            <ac:spMk id="446" creationId="{00000000-0000-0000-0000-000000000000}"/>
          </ac:spMkLst>
        </pc:spChg>
        <pc:spChg chg="mod topLvl">
          <ac:chgData name="Abhinav Kothari" userId="2ad1c0a53281c2ab" providerId="LiveId" clId="{D6A6F71D-D2D6-4C8C-B265-23E5D4AFE2B6}" dt="2025-10-21T10:00:47.464" v="2701" actId="164"/>
          <ac:spMkLst>
            <pc:docMk/>
            <pc:sldMk cId="0" sldId="269"/>
            <ac:spMk id="447" creationId="{00000000-0000-0000-0000-000000000000}"/>
          </ac:spMkLst>
        </pc:spChg>
        <pc:spChg chg="mod topLvl">
          <ac:chgData name="Abhinav Kothari" userId="2ad1c0a53281c2ab" providerId="LiveId" clId="{D6A6F71D-D2D6-4C8C-B265-23E5D4AFE2B6}" dt="2025-10-21T09:10:55.902" v="724" actId="164"/>
          <ac:spMkLst>
            <pc:docMk/>
            <pc:sldMk cId="0" sldId="269"/>
            <ac:spMk id="448" creationId="{00000000-0000-0000-0000-000000000000}"/>
          </ac:spMkLst>
        </pc:spChg>
        <pc:spChg chg="mod topLvl">
          <ac:chgData name="Abhinav Kothari" userId="2ad1c0a53281c2ab" providerId="LiveId" clId="{D6A6F71D-D2D6-4C8C-B265-23E5D4AFE2B6}" dt="2025-10-21T09:10:41.450" v="719" actId="164"/>
          <ac:spMkLst>
            <pc:docMk/>
            <pc:sldMk cId="0" sldId="269"/>
            <ac:spMk id="449" creationId="{00000000-0000-0000-0000-000000000000}"/>
          </ac:spMkLst>
        </pc:spChg>
        <pc:spChg chg="mod topLvl">
          <ac:chgData name="Abhinav Kothari" userId="2ad1c0a53281c2ab" providerId="LiveId" clId="{D6A6F71D-D2D6-4C8C-B265-23E5D4AFE2B6}" dt="2025-10-21T10:00:31.982" v="2696" actId="164"/>
          <ac:spMkLst>
            <pc:docMk/>
            <pc:sldMk cId="0" sldId="269"/>
            <ac:spMk id="450" creationId="{00000000-0000-0000-0000-000000000000}"/>
          </ac:spMkLst>
        </pc:spChg>
        <pc:spChg chg="mod">
          <ac:chgData name="Abhinav Kothari" userId="2ad1c0a53281c2ab" providerId="LiveId" clId="{D6A6F71D-D2D6-4C8C-B265-23E5D4AFE2B6}" dt="2025-10-21T10:01:43.610" v="2718" actId="20577"/>
          <ac:spMkLst>
            <pc:docMk/>
            <pc:sldMk cId="0" sldId="269"/>
            <ac:spMk id="451" creationId="{00000000-0000-0000-0000-000000000000}"/>
          </ac:spMkLst>
        </pc:spChg>
        <pc:grpChg chg="add mod">
          <ac:chgData name="Abhinav Kothari" userId="2ad1c0a53281c2ab" providerId="LiveId" clId="{D6A6F71D-D2D6-4C8C-B265-23E5D4AFE2B6}" dt="2025-10-21T10:00:52.880" v="2703" actId="1076"/>
          <ac:grpSpMkLst>
            <pc:docMk/>
            <pc:sldMk cId="0" sldId="269"/>
            <ac:grpSpMk id="8" creationId="{36B2B868-C8D5-7949-0FC6-1B7E2E43C356}"/>
          </ac:grpSpMkLst>
        </pc:grpChg>
        <pc:grpChg chg="add mod">
          <ac:chgData name="Abhinav Kothari" userId="2ad1c0a53281c2ab" providerId="LiveId" clId="{D6A6F71D-D2D6-4C8C-B265-23E5D4AFE2B6}" dt="2025-10-21T10:00:38.597" v="2697" actId="1076"/>
          <ac:grpSpMkLst>
            <pc:docMk/>
            <pc:sldMk cId="0" sldId="269"/>
            <ac:grpSpMk id="12" creationId="{C5F66F20-691E-929A-3FD8-01F50D5CE5AC}"/>
          </ac:grpSpMkLst>
        </pc:grpChg>
        <pc:grpChg chg="add del mod">
          <ac:chgData name="Abhinav Kothari" userId="2ad1c0a53281c2ab" providerId="LiveId" clId="{D6A6F71D-D2D6-4C8C-B265-23E5D4AFE2B6}" dt="2025-10-21T09:52:09.350" v="2621" actId="165"/>
          <ac:grpSpMkLst>
            <pc:docMk/>
            <pc:sldMk cId="0" sldId="269"/>
            <ac:grpSpMk id="14" creationId="{9681E682-E490-7F81-C17F-261C78D04397}"/>
          </ac:grpSpMkLst>
        </pc:grpChg>
        <pc:grpChg chg="add mod">
          <ac:chgData name="Abhinav Kothari" userId="2ad1c0a53281c2ab" providerId="LiveId" clId="{D6A6F71D-D2D6-4C8C-B265-23E5D4AFE2B6}" dt="2025-10-21T10:00:47.464" v="2701" actId="164"/>
          <ac:grpSpMkLst>
            <pc:docMk/>
            <pc:sldMk cId="0" sldId="269"/>
            <ac:grpSpMk id="15" creationId="{54F46F8C-11A9-AD60-35CA-3EDAA9E4091F}"/>
          </ac:grpSpMkLst>
        </pc:grpChg>
        <pc:grpChg chg="add del mod">
          <ac:chgData name="Abhinav Kothari" userId="2ad1c0a53281c2ab" providerId="LiveId" clId="{D6A6F71D-D2D6-4C8C-B265-23E5D4AFE2B6}" dt="2025-10-21T09:10:33.894" v="717" actId="165"/>
          <ac:grpSpMkLst>
            <pc:docMk/>
            <pc:sldMk cId="0" sldId="269"/>
            <ac:grpSpMk id="15" creationId="{B22FA364-7825-FF7F-550E-71DDDF636695}"/>
          </ac:grpSpMkLst>
        </pc:grpChg>
        <pc:grpChg chg="add del mod">
          <ac:chgData name="Abhinav Kothari" userId="2ad1c0a53281c2ab" providerId="LiveId" clId="{D6A6F71D-D2D6-4C8C-B265-23E5D4AFE2B6}" dt="2025-10-21T09:55:34.284" v="2662" actId="165"/>
          <ac:grpSpMkLst>
            <pc:docMk/>
            <pc:sldMk cId="0" sldId="269"/>
            <ac:grpSpMk id="16" creationId="{C616FB22-20DF-F516-3C5A-5FE2D22E95B7}"/>
          </ac:grpSpMkLst>
        </pc:grpChg>
        <pc:grpChg chg="add del mod">
          <ac:chgData name="Abhinav Kothari" userId="2ad1c0a53281c2ab" providerId="LiveId" clId="{D6A6F71D-D2D6-4C8C-B265-23E5D4AFE2B6}" dt="2025-10-21T09:10:26.644" v="715" actId="165"/>
          <ac:grpSpMkLst>
            <pc:docMk/>
            <pc:sldMk cId="0" sldId="269"/>
            <ac:grpSpMk id="17" creationId="{80F9DA09-6EA7-70E5-FE80-3BF23F74F6C8}"/>
          </ac:grpSpMkLst>
        </pc:grpChg>
        <pc:grpChg chg="add del mod">
          <ac:chgData name="Abhinav Kothari" userId="2ad1c0a53281c2ab" providerId="LiveId" clId="{D6A6F71D-D2D6-4C8C-B265-23E5D4AFE2B6}" dt="2025-10-21T10:00:22.617" v="2693" actId="165"/>
          <ac:grpSpMkLst>
            <pc:docMk/>
            <pc:sldMk cId="0" sldId="269"/>
            <ac:grpSpMk id="18" creationId="{65952B64-C9BD-749A-D86B-0E1E45CF9DAE}"/>
          </ac:grpSpMkLst>
        </pc:grpChg>
        <pc:grpChg chg="add mod">
          <ac:chgData name="Abhinav Kothari" userId="2ad1c0a53281c2ab" providerId="LiveId" clId="{D6A6F71D-D2D6-4C8C-B265-23E5D4AFE2B6}" dt="2025-10-21T09:12:27.165" v="761" actId="1038"/>
          <ac:grpSpMkLst>
            <pc:docMk/>
            <pc:sldMk cId="0" sldId="269"/>
            <ac:grpSpMk id="19" creationId="{A7918306-510D-8C60-314C-C2D58D1C7974}"/>
          </ac:grpSpMkLst>
        </pc:grpChg>
        <pc:grpChg chg="add del mod">
          <ac:chgData name="Abhinav Kothari" userId="2ad1c0a53281c2ab" providerId="LiveId" clId="{D6A6F71D-D2D6-4C8C-B265-23E5D4AFE2B6}" dt="2025-10-21T09:11:11.597" v="727" actId="165"/>
          <ac:grpSpMkLst>
            <pc:docMk/>
            <pc:sldMk cId="0" sldId="269"/>
            <ac:grpSpMk id="23" creationId="{69323AE9-AFF8-0870-FBD5-93619CD8BA37}"/>
          </ac:grpSpMkLst>
        </pc:grpChg>
        <pc:grpChg chg="add del mod">
          <ac:chgData name="Abhinav Kothari" userId="2ad1c0a53281c2ab" providerId="LiveId" clId="{D6A6F71D-D2D6-4C8C-B265-23E5D4AFE2B6}" dt="2025-10-21T09:08:06.211" v="689" actId="165"/>
          <ac:grpSpMkLst>
            <pc:docMk/>
            <pc:sldMk cId="0" sldId="269"/>
            <ac:grpSpMk id="27" creationId="{F338AC73-4524-81A8-1899-6327FAC2941B}"/>
          </ac:grpSpMkLst>
        </pc:grpChg>
        <pc:grpChg chg="add del mod">
          <ac:chgData name="Abhinav Kothari" userId="2ad1c0a53281c2ab" providerId="LiveId" clId="{D6A6F71D-D2D6-4C8C-B265-23E5D4AFE2B6}" dt="2025-10-21T10:01:47.193" v="2719" actId="21"/>
          <ac:grpSpMkLst>
            <pc:docMk/>
            <pc:sldMk cId="0" sldId="269"/>
            <ac:grpSpMk id="28" creationId="{12CFDF8E-887D-04BD-8BAC-8502EE06B3A6}"/>
          </ac:grpSpMkLst>
        </pc:grpChg>
        <pc:grpChg chg="add mod">
          <ac:chgData name="Abhinav Kothari" userId="2ad1c0a53281c2ab" providerId="LiveId" clId="{D6A6F71D-D2D6-4C8C-B265-23E5D4AFE2B6}" dt="2025-10-21T09:10:41.450" v="719" actId="164"/>
          <ac:grpSpMkLst>
            <pc:docMk/>
            <pc:sldMk cId="0" sldId="269"/>
            <ac:grpSpMk id="42" creationId="{56C60C72-E4FD-574E-F13A-8524968E78A6}"/>
          </ac:grpSpMkLst>
        </pc:grpChg>
        <pc:grpChg chg="add del mod">
          <ac:chgData name="Abhinav Kothari" userId="2ad1c0a53281c2ab" providerId="LiveId" clId="{D6A6F71D-D2D6-4C8C-B265-23E5D4AFE2B6}" dt="2025-10-21T09:10:47.423" v="721" actId="165"/>
          <ac:grpSpMkLst>
            <pc:docMk/>
            <pc:sldMk cId="0" sldId="269"/>
            <ac:grpSpMk id="43" creationId="{023112DD-4308-6362-813F-822232496827}"/>
          </ac:grpSpMkLst>
        </pc:grpChg>
        <pc:grpChg chg="add mod">
          <ac:chgData name="Abhinav Kothari" userId="2ad1c0a53281c2ab" providerId="LiveId" clId="{D6A6F71D-D2D6-4C8C-B265-23E5D4AFE2B6}" dt="2025-10-21T09:10:55.902" v="724" actId="164"/>
          <ac:grpSpMkLst>
            <pc:docMk/>
            <pc:sldMk cId="0" sldId="269"/>
            <ac:grpSpMk id="44" creationId="{F5103ED9-60B8-C4C5-18BD-6476DE4878C0}"/>
          </ac:grpSpMkLst>
        </pc:grpChg>
        <pc:grpChg chg="add mod">
          <ac:chgData name="Abhinav Kothari" userId="2ad1c0a53281c2ab" providerId="LiveId" clId="{D6A6F71D-D2D6-4C8C-B265-23E5D4AFE2B6}" dt="2025-10-21T09:11:23.379" v="730" actId="164"/>
          <ac:grpSpMkLst>
            <pc:docMk/>
            <pc:sldMk cId="0" sldId="269"/>
            <ac:grpSpMk id="50" creationId="{DFED5D74-E0B6-0BCE-7AFB-2327728E7991}"/>
          </ac:grpSpMkLst>
        </pc:grpChg>
        <pc:grpChg chg="del">
          <ac:chgData name="Abhinav Kothari" userId="2ad1c0a53281c2ab" providerId="LiveId" clId="{D6A6F71D-D2D6-4C8C-B265-23E5D4AFE2B6}" dt="2025-10-21T09:02:11.616" v="541" actId="478"/>
          <ac:grpSpMkLst>
            <pc:docMk/>
            <pc:sldMk cId="0" sldId="269"/>
            <ac:grpSpMk id="442" creationId="{00000000-0000-0000-0000-000000000000}"/>
          </ac:grpSpMkLst>
        </pc:grpChg>
        <pc:grpChg chg="add mod">
          <ac:chgData name="Abhinav Kothari" userId="2ad1c0a53281c2ab" providerId="LiveId" clId="{D6A6F71D-D2D6-4C8C-B265-23E5D4AFE2B6}" dt="2025-10-21T10:02:00.305" v="2723" actId="1076"/>
          <ac:grpSpMkLst>
            <pc:docMk/>
            <pc:sldMk cId="0" sldId="269"/>
            <ac:grpSpMk id="452" creationId="{2F83C457-8DD5-4762-4EFB-599CE8156F45}"/>
          </ac:grpSpMkLst>
        </pc:grpChg>
        <pc:grpChg chg="del">
          <ac:chgData name="Abhinav Kothari" userId="2ad1c0a53281c2ab" providerId="LiveId" clId="{D6A6F71D-D2D6-4C8C-B265-23E5D4AFE2B6}" dt="2025-10-21T08:43:53.537" v="526" actId="478"/>
          <ac:grpSpMkLst>
            <pc:docMk/>
            <pc:sldMk cId="0" sldId="269"/>
            <ac:grpSpMk id="459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43:02.542" v="520" actId="478"/>
          <ac:grpSpMkLst>
            <pc:docMk/>
            <pc:sldMk cId="0" sldId="269"/>
            <ac:grpSpMk id="464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42:11.480" v="512" actId="478"/>
          <ac:grpSpMkLst>
            <pc:docMk/>
            <pc:sldMk cId="0" sldId="269"/>
            <ac:grpSpMk id="468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44:17.221" v="532" actId="478"/>
          <ac:grpSpMkLst>
            <pc:docMk/>
            <pc:sldMk cId="0" sldId="269"/>
            <ac:grpSpMk id="471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37:59.795" v="364" actId="478"/>
          <ac:grpSpMkLst>
            <pc:docMk/>
            <pc:sldMk cId="0" sldId="269"/>
            <ac:grpSpMk id="474" creationId="{00000000-0000-0000-0000-000000000000}"/>
          </ac:grpSpMkLst>
        </pc:grpChg>
        <pc:grpChg chg="del">
          <ac:chgData name="Abhinav Kothari" userId="2ad1c0a53281c2ab" providerId="LiveId" clId="{D6A6F71D-D2D6-4C8C-B265-23E5D4AFE2B6}" dt="2025-10-21T08:33:30.170" v="353" actId="478"/>
          <ac:grpSpMkLst>
            <pc:docMk/>
            <pc:sldMk cId="0" sldId="269"/>
            <ac:grpSpMk id="477" creationId="{00000000-0000-0000-0000-000000000000}"/>
          </ac:grpSpMkLst>
        </pc:grpChg>
        <pc:picChg chg="add mod topLvl">
          <ac:chgData name="Abhinav Kothari" userId="2ad1c0a53281c2ab" providerId="LiveId" clId="{D6A6F71D-D2D6-4C8C-B265-23E5D4AFE2B6}" dt="2025-10-21T09:53:54.646" v="2634" actId="164"/>
          <ac:picMkLst>
            <pc:docMk/>
            <pc:sldMk cId="0" sldId="269"/>
            <ac:picMk id="3" creationId="{F4289042-3237-9F27-4C34-C8CF67C49257}"/>
          </ac:picMkLst>
        </pc:picChg>
        <pc:picChg chg="add mod topLvl">
          <ac:chgData name="Abhinav Kothari" userId="2ad1c0a53281c2ab" providerId="LiveId" clId="{D6A6F71D-D2D6-4C8C-B265-23E5D4AFE2B6}" dt="2025-10-21T10:00:47.464" v="2701" actId="164"/>
          <ac:picMkLst>
            <pc:docMk/>
            <pc:sldMk cId="0" sldId="269"/>
            <ac:picMk id="5" creationId="{29BDC342-EBE3-00D7-C8C7-549AE688CCA3}"/>
          </ac:picMkLst>
        </pc:picChg>
        <pc:picChg chg="add del mod">
          <ac:chgData name="Abhinav Kothari" userId="2ad1c0a53281c2ab" providerId="LiveId" clId="{D6A6F71D-D2D6-4C8C-B265-23E5D4AFE2B6}" dt="2025-10-21T09:53:39.697" v="2627" actId="21"/>
          <ac:picMkLst>
            <pc:docMk/>
            <pc:sldMk cId="0" sldId="269"/>
            <ac:picMk id="6" creationId="{E557C9D5-4924-55E5-B6B5-48B47CF9D54C}"/>
          </ac:picMkLst>
        </pc:picChg>
        <pc:picChg chg="add mod topLvl">
          <ac:chgData name="Abhinav Kothari" userId="2ad1c0a53281c2ab" providerId="LiveId" clId="{D6A6F71D-D2D6-4C8C-B265-23E5D4AFE2B6}" dt="2025-10-21T09:10:55.902" v="724" actId="164"/>
          <ac:picMkLst>
            <pc:docMk/>
            <pc:sldMk cId="0" sldId="269"/>
            <ac:picMk id="7" creationId="{A269178B-C794-2335-1CCF-3F2D687E7943}"/>
          </ac:picMkLst>
        </pc:picChg>
        <pc:picChg chg="add mod topLvl">
          <ac:chgData name="Abhinav Kothari" userId="2ad1c0a53281c2ab" providerId="LiveId" clId="{D6A6F71D-D2D6-4C8C-B265-23E5D4AFE2B6}" dt="2025-10-21T09:10:41.450" v="719" actId="164"/>
          <ac:picMkLst>
            <pc:docMk/>
            <pc:sldMk cId="0" sldId="269"/>
            <ac:picMk id="9" creationId="{E8C8BF94-1BDF-41E8-446F-09E9993B8007}"/>
          </ac:picMkLst>
        </pc:picChg>
        <pc:picChg chg="add mod topLvl">
          <ac:chgData name="Abhinav Kothari" userId="2ad1c0a53281c2ab" providerId="LiveId" clId="{D6A6F71D-D2D6-4C8C-B265-23E5D4AFE2B6}" dt="2025-10-21T10:00:31.982" v="2696" actId="164"/>
          <ac:picMkLst>
            <pc:docMk/>
            <pc:sldMk cId="0" sldId="269"/>
            <ac:picMk id="11" creationId="{52BE5DDE-40A5-567C-BFF3-C270CFE5B91B}"/>
          </ac:picMkLst>
        </pc:picChg>
        <pc:picChg chg="add mod">
          <ac:chgData name="Abhinav Kothari" userId="2ad1c0a53281c2ab" providerId="LiveId" clId="{D6A6F71D-D2D6-4C8C-B265-23E5D4AFE2B6}" dt="2025-10-21T10:01:51.035" v="2720" actId="14826"/>
          <ac:picMkLst>
            <pc:docMk/>
            <pc:sldMk cId="0" sldId="269"/>
            <ac:picMk id="13" creationId="{B898D846-FC23-42E6-922B-E8F02F806DF2}"/>
          </ac:picMkLst>
        </pc:picChg>
        <pc:picChg chg="add mod topLvl">
          <ac:chgData name="Abhinav Kothari" userId="2ad1c0a53281c2ab" providerId="LiveId" clId="{D6A6F71D-D2D6-4C8C-B265-23E5D4AFE2B6}" dt="2025-10-21T09:11:23.379" v="730" actId="164"/>
          <ac:picMkLst>
            <pc:docMk/>
            <pc:sldMk cId="0" sldId="269"/>
            <ac:picMk id="21" creationId="{8DD36537-2431-A18A-9BF5-9E65385F22F5}"/>
          </ac:picMkLst>
        </pc:picChg>
        <pc:picChg chg="add del mod topLvl">
          <ac:chgData name="Abhinav Kothari" userId="2ad1c0a53281c2ab" providerId="LiveId" clId="{D6A6F71D-D2D6-4C8C-B265-23E5D4AFE2B6}" dt="2025-10-21T10:01:47.193" v="2719" actId="21"/>
          <ac:picMkLst>
            <pc:docMk/>
            <pc:sldMk cId="0" sldId="269"/>
            <ac:picMk id="25" creationId="{42D9FA80-097A-12BE-C6BB-96681F0ED4F1}"/>
          </ac:picMkLst>
        </pc:picChg>
        <pc:picChg chg="del mod">
          <ac:chgData name="Abhinav Kothari" userId="2ad1c0a53281c2ab" providerId="LiveId" clId="{D6A6F71D-D2D6-4C8C-B265-23E5D4AFE2B6}" dt="2025-10-21T09:02:10.725" v="540" actId="478"/>
          <ac:picMkLst>
            <pc:docMk/>
            <pc:sldMk cId="0" sldId="269"/>
            <ac:picMk id="458" creationId="{00000000-0000-0000-0000-000000000000}"/>
          </ac:picMkLst>
        </pc:picChg>
        <pc:cxnChg chg="add mod">
          <ac:chgData name="Abhinav Kothari" userId="2ad1c0a53281c2ab" providerId="LiveId" clId="{D6A6F71D-D2D6-4C8C-B265-23E5D4AFE2B6}" dt="2025-10-21T10:01:13.704" v="2709" actId="208"/>
          <ac:cxnSpMkLst>
            <pc:docMk/>
            <pc:sldMk cId="0" sldId="269"/>
            <ac:cxnSpMk id="20" creationId="{01752870-8A8B-C74B-9449-851FFC3A5427}"/>
          </ac:cxnSpMkLst>
        </pc:cxnChg>
        <pc:cxnChg chg="add mod">
          <ac:chgData name="Abhinav Kothari" userId="2ad1c0a53281c2ab" providerId="LiveId" clId="{D6A6F71D-D2D6-4C8C-B265-23E5D4AFE2B6}" dt="2025-10-21T10:01:13.704" v="2709" actId="208"/>
          <ac:cxnSpMkLst>
            <pc:docMk/>
            <pc:sldMk cId="0" sldId="269"/>
            <ac:cxnSpMk id="27" creationId="{2700E90D-E418-5ED0-0886-248361A81C97}"/>
          </ac:cxnSpMkLst>
        </pc:cxnChg>
        <pc:cxnChg chg="add mod">
          <ac:chgData name="Abhinav Kothari" userId="2ad1c0a53281c2ab" providerId="LiveId" clId="{D6A6F71D-D2D6-4C8C-B265-23E5D4AFE2B6}" dt="2025-10-21T10:00:46.096" v="2700" actId="1076"/>
          <ac:cxnSpMkLst>
            <pc:docMk/>
            <pc:sldMk cId="0" sldId="269"/>
            <ac:cxnSpMk id="30" creationId="{F2F165B7-017F-8AA5-E0E0-9E09F16BECCE}"/>
          </ac:cxnSpMkLst>
        </pc:cxnChg>
        <pc:cxnChg chg="add del mod">
          <ac:chgData name="Abhinav Kothari" userId="2ad1c0a53281c2ab" providerId="LiveId" clId="{D6A6F71D-D2D6-4C8C-B265-23E5D4AFE2B6}" dt="2025-10-21T09:58:07.128" v="2666" actId="478"/>
          <ac:cxnSpMkLst>
            <pc:docMk/>
            <pc:sldMk cId="0" sldId="269"/>
            <ac:cxnSpMk id="33" creationId="{EDE5E9CC-86FC-7CFC-26C2-BC21B7054238}"/>
          </ac:cxnSpMkLst>
        </pc:cxnChg>
        <pc:cxnChg chg="add del mod">
          <ac:chgData name="Abhinav Kothari" userId="2ad1c0a53281c2ab" providerId="LiveId" clId="{D6A6F71D-D2D6-4C8C-B265-23E5D4AFE2B6}" dt="2025-10-21T10:00:11.993" v="2680" actId="478"/>
          <ac:cxnSpMkLst>
            <pc:docMk/>
            <pc:sldMk cId="0" sldId="269"/>
            <ac:cxnSpMk id="37" creationId="{592F64C3-0638-7E7C-4186-A8787B30ADDF}"/>
          </ac:cxnSpMkLst>
        </pc:cxnChg>
        <pc:cxnChg chg="add mod">
          <ac:chgData name="Abhinav Kothari" userId="2ad1c0a53281c2ab" providerId="LiveId" clId="{D6A6F71D-D2D6-4C8C-B265-23E5D4AFE2B6}" dt="2025-10-21T09:10:52.844" v="723" actId="1076"/>
          <ac:cxnSpMkLst>
            <pc:docMk/>
            <pc:sldMk cId="0" sldId="269"/>
            <ac:cxnSpMk id="40" creationId="{A53186F5-65B6-7F4D-8761-D63931C5A295}"/>
          </ac:cxnSpMkLst>
        </pc:cxnChg>
        <pc:cxnChg chg="add mod">
          <ac:chgData name="Abhinav Kothari" userId="2ad1c0a53281c2ab" providerId="LiveId" clId="{D6A6F71D-D2D6-4C8C-B265-23E5D4AFE2B6}" dt="2025-10-21T09:11:39.427" v="733" actId="208"/>
          <ac:cxnSpMkLst>
            <pc:docMk/>
            <pc:sldMk cId="0" sldId="269"/>
            <ac:cxnSpMk id="46" creationId="{8D63827E-4068-28D4-C7DF-499832576E51}"/>
          </ac:cxnSpMkLst>
        </pc:cxnChg>
        <pc:cxnChg chg="add del mod">
          <ac:chgData name="Abhinav Kothari" userId="2ad1c0a53281c2ab" providerId="LiveId" clId="{D6A6F71D-D2D6-4C8C-B265-23E5D4AFE2B6}" dt="2025-10-21T09:11:51.766" v="737" actId="11529"/>
          <ac:cxnSpMkLst>
            <pc:docMk/>
            <pc:sldMk cId="0" sldId="269"/>
            <ac:cxnSpMk id="52" creationId="{3754653C-461E-B6BA-24ED-9E2EA52B55F1}"/>
          </ac:cxnSpMkLst>
        </pc:cxnChg>
        <pc:cxnChg chg="add mod">
          <ac:chgData name="Abhinav Kothari" userId="2ad1c0a53281c2ab" providerId="LiveId" clId="{D6A6F71D-D2D6-4C8C-B265-23E5D4AFE2B6}" dt="2025-10-21T09:12:54.475" v="764" actId="208"/>
          <ac:cxnSpMkLst>
            <pc:docMk/>
            <pc:sldMk cId="0" sldId="269"/>
            <ac:cxnSpMk id="55" creationId="{07B837AD-E0A7-E486-611D-B6190CAD810F}"/>
          </ac:cxnSpMkLst>
        </pc:cxnChg>
        <pc:cxnChg chg="add del mod">
          <ac:chgData name="Abhinav Kothari" userId="2ad1c0a53281c2ab" providerId="LiveId" clId="{D6A6F71D-D2D6-4C8C-B265-23E5D4AFE2B6}" dt="2025-10-21T10:01:53.896" v="2722" actId="478"/>
          <ac:cxnSpMkLst>
            <pc:docMk/>
            <pc:sldMk cId="0" sldId="269"/>
            <ac:cxnSpMk id="58" creationId="{E56872CE-5AF3-CB26-AFD3-0E347BAAB0EC}"/>
          </ac:cxnSpMkLst>
        </pc:cxnChg>
        <pc:cxnChg chg="add mod">
          <ac:chgData name="Abhinav Kothari" userId="2ad1c0a53281c2ab" providerId="LiveId" clId="{D6A6F71D-D2D6-4C8C-B265-23E5D4AFE2B6}" dt="2025-10-21T09:14:32.087" v="892" actId="164"/>
          <ac:cxnSpMkLst>
            <pc:docMk/>
            <pc:sldMk cId="0" sldId="269"/>
            <ac:cxnSpMk id="61" creationId="{EC8D6A37-4D9C-5B7F-5928-80635700656A}"/>
          </ac:cxnSpMkLst>
        </pc:cxnChg>
        <pc:cxnChg chg="add mod">
          <ac:chgData name="Abhinav Kothari" userId="2ad1c0a53281c2ab" providerId="LiveId" clId="{D6A6F71D-D2D6-4C8C-B265-23E5D4AFE2B6}" dt="2025-10-21T09:14:32.087" v="892" actId="164"/>
          <ac:cxnSpMkLst>
            <pc:docMk/>
            <pc:sldMk cId="0" sldId="269"/>
            <ac:cxnSpMk id="62" creationId="{C950CC0E-CEBD-FD85-B422-F51F4E9FA210}"/>
          </ac:cxnSpMkLst>
        </pc:cxnChg>
        <pc:cxnChg chg="add mod">
          <ac:chgData name="Abhinav Kothari" userId="2ad1c0a53281c2ab" providerId="LiveId" clId="{D6A6F71D-D2D6-4C8C-B265-23E5D4AFE2B6}" dt="2025-10-21T09:14:32.087" v="892" actId="164"/>
          <ac:cxnSpMkLst>
            <pc:docMk/>
            <pc:sldMk cId="0" sldId="269"/>
            <ac:cxnSpMk id="63" creationId="{F48DF945-5C21-A421-1B63-53BE7F4790C2}"/>
          </ac:cxnSpMkLst>
        </pc:cxnChg>
      </pc:sldChg>
      <pc:sldChg chg="del">
        <pc:chgData name="Abhinav Kothari" userId="2ad1c0a53281c2ab" providerId="LiveId" clId="{D6A6F71D-D2D6-4C8C-B265-23E5D4AFE2B6}" dt="2025-10-21T09:15:47.230" v="917" actId="47"/>
        <pc:sldMkLst>
          <pc:docMk/>
          <pc:sldMk cId="0" sldId="276"/>
        </pc:sldMkLst>
      </pc:sldChg>
      <pc:sldChg chg="del">
        <pc:chgData name="Abhinav Kothari" userId="2ad1c0a53281c2ab" providerId="LiveId" clId="{D6A6F71D-D2D6-4C8C-B265-23E5D4AFE2B6}" dt="2025-10-21T09:15:46.226" v="916" actId="47"/>
        <pc:sldMkLst>
          <pc:docMk/>
          <pc:sldMk cId="0" sldId="277"/>
        </pc:sldMkLst>
      </pc:sldChg>
      <pc:sldChg chg="del">
        <pc:chgData name="Abhinav Kothari" userId="2ad1c0a53281c2ab" providerId="LiveId" clId="{D6A6F71D-D2D6-4C8C-B265-23E5D4AFE2B6}" dt="2025-10-21T09:15:44.917" v="915" actId="47"/>
        <pc:sldMkLst>
          <pc:docMk/>
          <pc:sldMk cId="0" sldId="278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79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0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1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2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3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4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5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6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7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8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89"/>
        </pc:sldMkLst>
      </pc:sldChg>
      <pc:sldChg chg="del">
        <pc:chgData name="Abhinav Kothari" userId="2ad1c0a53281c2ab" providerId="LiveId" clId="{D6A6F71D-D2D6-4C8C-B265-23E5D4AFE2B6}" dt="2025-10-21T09:15:38.698" v="908" actId="47"/>
        <pc:sldMkLst>
          <pc:docMk/>
          <pc:sldMk cId="0" sldId="290"/>
        </pc:sldMkLst>
      </pc:sldChg>
      <pc:sldChg chg="del">
        <pc:chgData name="Abhinav Kothari" userId="2ad1c0a53281c2ab" providerId="LiveId" clId="{D6A6F71D-D2D6-4C8C-B265-23E5D4AFE2B6}" dt="2025-10-21T09:15:40.503" v="909" actId="47"/>
        <pc:sldMkLst>
          <pc:docMk/>
          <pc:sldMk cId="0" sldId="291"/>
        </pc:sldMkLst>
      </pc:sldChg>
      <pc:sldChg chg="del">
        <pc:chgData name="Abhinav Kothari" userId="2ad1c0a53281c2ab" providerId="LiveId" clId="{D6A6F71D-D2D6-4C8C-B265-23E5D4AFE2B6}" dt="2025-10-21T09:15:41.218" v="910" actId="47"/>
        <pc:sldMkLst>
          <pc:docMk/>
          <pc:sldMk cId="0" sldId="292"/>
        </pc:sldMkLst>
      </pc:sldChg>
      <pc:sldChg chg="del">
        <pc:chgData name="Abhinav Kothari" userId="2ad1c0a53281c2ab" providerId="LiveId" clId="{D6A6F71D-D2D6-4C8C-B265-23E5D4AFE2B6}" dt="2025-10-21T09:15:41.386" v="911" actId="47"/>
        <pc:sldMkLst>
          <pc:docMk/>
          <pc:sldMk cId="0" sldId="293"/>
        </pc:sldMkLst>
      </pc:sldChg>
      <pc:sldChg chg="del">
        <pc:chgData name="Abhinav Kothari" userId="2ad1c0a53281c2ab" providerId="LiveId" clId="{D6A6F71D-D2D6-4C8C-B265-23E5D4AFE2B6}" dt="2025-10-21T09:15:41.840" v="912" actId="47"/>
        <pc:sldMkLst>
          <pc:docMk/>
          <pc:sldMk cId="0" sldId="294"/>
        </pc:sldMkLst>
      </pc:sldChg>
      <pc:sldChg chg="del">
        <pc:chgData name="Abhinav Kothari" userId="2ad1c0a53281c2ab" providerId="LiveId" clId="{D6A6F71D-D2D6-4C8C-B265-23E5D4AFE2B6}" dt="2025-10-21T09:15:41.999" v="913" actId="47"/>
        <pc:sldMkLst>
          <pc:docMk/>
          <pc:sldMk cId="0" sldId="295"/>
        </pc:sldMkLst>
      </pc:sldChg>
      <pc:sldChg chg="del">
        <pc:chgData name="Abhinav Kothari" userId="2ad1c0a53281c2ab" providerId="LiveId" clId="{D6A6F71D-D2D6-4C8C-B265-23E5D4AFE2B6}" dt="2025-10-21T09:15:42.132" v="914" actId="47"/>
        <pc:sldMkLst>
          <pc:docMk/>
          <pc:sldMk cId="0" sldId="296"/>
        </pc:sldMkLst>
      </pc:sldChg>
      <pc:sldChg chg="modTransition">
        <pc:chgData name="Abhinav Kothari" userId="2ad1c0a53281c2ab" providerId="LiveId" clId="{D6A6F71D-D2D6-4C8C-B265-23E5D4AFE2B6}" dt="2025-10-21T09:16:55.525" v="929"/>
        <pc:sldMkLst>
          <pc:docMk/>
          <pc:sldMk cId="13888805" sldId="297"/>
        </pc:sldMkLst>
      </pc:sldChg>
      <pc:sldChg chg="addSp delSp modSp new add del mod modClrScheme chgLayout">
        <pc:chgData name="Abhinav Kothari" userId="2ad1c0a53281c2ab" providerId="LiveId" clId="{D6A6F71D-D2D6-4C8C-B265-23E5D4AFE2B6}" dt="2025-10-21T10:56:00.401" v="3085" actId="20578"/>
        <pc:sldMkLst>
          <pc:docMk/>
          <pc:sldMk cId="729748682" sldId="298"/>
        </pc:sldMkLst>
        <pc:spChg chg="del mod ord">
          <ac:chgData name="Abhinav Kothari" userId="2ad1c0a53281c2ab" providerId="LiveId" clId="{D6A6F71D-D2D6-4C8C-B265-23E5D4AFE2B6}" dt="2025-10-21T08:39:26.578" v="366" actId="700"/>
          <ac:spMkLst>
            <pc:docMk/>
            <pc:sldMk cId="729748682" sldId="298"/>
            <ac:spMk id="2" creationId="{5AAA0438-B383-E110-CF31-8E923266ECBB}"/>
          </ac:spMkLst>
        </pc:spChg>
        <pc:spChg chg="del">
          <ac:chgData name="Abhinav Kothari" userId="2ad1c0a53281c2ab" providerId="LiveId" clId="{D6A6F71D-D2D6-4C8C-B265-23E5D4AFE2B6}" dt="2025-10-21T08:39:26.578" v="366" actId="700"/>
          <ac:spMkLst>
            <pc:docMk/>
            <pc:sldMk cId="729748682" sldId="298"/>
            <ac:spMk id="3" creationId="{F1C3C779-709B-7DC6-E430-72E5186FB0A7}"/>
          </ac:spMkLst>
        </pc:spChg>
        <pc:spChg chg="add mod ord">
          <ac:chgData name="Abhinav Kothari" userId="2ad1c0a53281c2ab" providerId="LiveId" clId="{D6A6F71D-D2D6-4C8C-B265-23E5D4AFE2B6}" dt="2025-10-21T09:21:21.306" v="1047" actId="20577"/>
          <ac:spMkLst>
            <pc:docMk/>
            <pc:sldMk cId="729748682" sldId="298"/>
            <ac:spMk id="4" creationId="{AD04851C-ED4A-97A1-08A3-5BE4D68FA241}"/>
          </ac:spMkLst>
        </pc:spChg>
        <pc:spChg chg="add mod">
          <ac:chgData name="Abhinav Kothari" userId="2ad1c0a53281c2ab" providerId="LiveId" clId="{D6A6F71D-D2D6-4C8C-B265-23E5D4AFE2B6}" dt="2025-10-21T10:56:00.401" v="3085" actId="20578"/>
          <ac:spMkLst>
            <pc:docMk/>
            <pc:sldMk cId="729748682" sldId="298"/>
            <ac:spMk id="5" creationId="{AF9E1AF5-4FA5-79F8-70EA-1A41512C1ECB}"/>
          </ac:spMkLst>
        </pc:spChg>
      </pc:sldChg>
      <pc:sldChg chg="modSp add mod">
        <pc:chgData name="Abhinav Kothari" userId="2ad1c0a53281c2ab" providerId="LiveId" clId="{D6A6F71D-D2D6-4C8C-B265-23E5D4AFE2B6}" dt="2025-10-21T09:59:46.303" v="2677" actId="20577"/>
        <pc:sldMkLst>
          <pc:docMk/>
          <pc:sldMk cId="2045045057" sldId="299"/>
        </pc:sldMkLst>
        <pc:spChg chg="mod">
          <ac:chgData name="Abhinav Kothari" userId="2ad1c0a53281c2ab" providerId="LiveId" clId="{D6A6F71D-D2D6-4C8C-B265-23E5D4AFE2B6}" dt="2025-10-21T09:59:46.303" v="2677" actId="20577"/>
          <ac:spMkLst>
            <pc:docMk/>
            <pc:sldMk cId="2045045057" sldId="299"/>
            <ac:spMk id="5" creationId="{45496EE4-BE0E-F889-1F60-7BE09F9AF945}"/>
          </ac:spMkLst>
        </pc:spChg>
      </pc:sldChg>
      <pc:sldChg chg="add del">
        <pc:chgData name="Abhinav Kothari" userId="2ad1c0a53281c2ab" providerId="LiveId" clId="{D6A6F71D-D2D6-4C8C-B265-23E5D4AFE2B6}" dt="2025-10-21T09:22:41.948" v="1072" actId="47"/>
        <pc:sldMkLst>
          <pc:docMk/>
          <pc:sldMk cId="2066185599" sldId="300"/>
        </pc:sldMkLst>
      </pc:sldChg>
      <pc:sldChg chg="modSp add mod">
        <pc:chgData name="Abhinav Kothari" userId="2ad1c0a53281c2ab" providerId="LiveId" clId="{D6A6F71D-D2D6-4C8C-B265-23E5D4AFE2B6}" dt="2025-10-21T11:00:57.410" v="3426" actId="5793"/>
        <pc:sldMkLst>
          <pc:docMk/>
          <pc:sldMk cId="2677640049" sldId="301"/>
        </pc:sldMkLst>
        <pc:spChg chg="mod">
          <ac:chgData name="Abhinav Kothari" userId="2ad1c0a53281c2ab" providerId="LiveId" clId="{D6A6F71D-D2D6-4C8C-B265-23E5D4AFE2B6}" dt="2025-10-21T09:21:30.885" v="1067" actId="20577"/>
          <ac:spMkLst>
            <pc:docMk/>
            <pc:sldMk cId="2677640049" sldId="301"/>
            <ac:spMk id="4" creationId="{C081CA08-A785-7B23-6FB9-940B4333C8FA}"/>
          </ac:spMkLst>
        </pc:spChg>
        <pc:spChg chg="mod">
          <ac:chgData name="Abhinav Kothari" userId="2ad1c0a53281c2ab" providerId="LiveId" clId="{D6A6F71D-D2D6-4C8C-B265-23E5D4AFE2B6}" dt="2025-10-21T11:00:57.410" v="3426" actId="5793"/>
          <ac:spMkLst>
            <pc:docMk/>
            <pc:sldMk cId="2677640049" sldId="301"/>
            <ac:spMk id="5" creationId="{E9E63E70-3371-B461-FDB8-E9B7E0762ED6}"/>
          </ac:spMkLst>
        </pc:spChg>
      </pc:sldChg>
      <pc:sldChg chg="modSp add mod">
        <pc:chgData name="Abhinav Kothari" userId="2ad1c0a53281c2ab" providerId="LiveId" clId="{D6A6F71D-D2D6-4C8C-B265-23E5D4AFE2B6}" dt="2025-10-21T13:04:13.351" v="3756" actId="20577"/>
        <pc:sldMkLst>
          <pc:docMk/>
          <pc:sldMk cId="981409818" sldId="302"/>
        </pc:sldMkLst>
        <pc:spChg chg="mod">
          <ac:chgData name="Abhinav Kothari" userId="2ad1c0a53281c2ab" providerId="LiveId" clId="{D6A6F71D-D2D6-4C8C-B265-23E5D4AFE2B6}" dt="2025-10-21T12:53:33.579" v="3446" actId="20577"/>
          <ac:spMkLst>
            <pc:docMk/>
            <pc:sldMk cId="981409818" sldId="302"/>
            <ac:spMk id="4" creationId="{54CB886F-A4DC-CFA8-4443-9A51FD4AAFD2}"/>
          </ac:spMkLst>
        </pc:spChg>
        <pc:spChg chg="mod">
          <ac:chgData name="Abhinav Kothari" userId="2ad1c0a53281c2ab" providerId="LiveId" clId="{D6A6F71D-D2D6-4C8C-B265-23E5D4AFE2B6}" dt="2025-10-21T13:04:13.351" v="3756" actId="20577"/>
          <ac:spMkLst>
            <pc:docMk/>
            <pc:sldMk cId="981409818" sldId="302"/>
            <ac:spMk id="5" creationId="{E6CB8B3A-6EB8-88C3-4B5D-790035042C7C}"/>
          </ac:spMkLst>
        </pc:spChg>
      </pc:sldChg>
      <pc:sldMasterChg chg="delSldLayout">
        <pc:chgData name="Abhinav Kothari" userId="2ad1c0a53281c2ab" providerId="LiveId" clId="{D6A6F71D-D2D6-4C8C-B265-23E5D4AFE2B6}" dt="2025-10-21T09:15:49.312" v="919" actId="47"/>
        <pc:sldMasterMkLst>
          <pc:docMk/>
          <pc:sldMasterMk cId="0" sldId="2147483678"/>
        </pc:sldMasterMkLst>
        <pc:sldLayoutChg chg="del">
          <pc:chgData name="Abhinav Kothari" userId="2ad1c0a53281c2ab" providerId="LiveId" clId="{D6A6F71D-D2D6-4C8C-B265-23E5D4AFE2B6}" dt="2025-10-21T09:15:46.226" v="916" actId="47"/>
          <pc:sldLayoutMkLst>
            <pc:docMk/>
            <pc:sldMasterMk cId="0" sldId="2147483678"/>
            <pc:sldLayoutMk cId="0" sldId="2147483650"/>
          </pc:sldLayoutMkLst>
        </pc:sldLayoutChg>
        <pc:sldLayoutChg chg="del">
          <pc:chgData name="Abhinav Kothari" userId="2ad1c0a53281c2ab" providerId="LiveId" clId="{D6A6F71D-D2D6-4C8C-B265-23E5D4AFE2B6}" dt="2025-10-21T08:08:53.914" v="64" actId="2696"/>
          <pc:sldLayoutMkLst>
            <pc:docMk/>
            <pc:sldMasterMk cId="0" sldId="2147483678"/>
            <pc:sldLayoutMk cId="0" sldId="2147483661"/>
          </pc:sldLayoutMkLst>
        </pc:sldLayoutChg>
        <pc:sldLayoutChg chg="del">
          <pc:chgData name="Abhinav Kothari" userId="2ad1c0a53281c2ab" providerId="LiveId" clId="{D6A6F71D-D2D6-4C8C-B265-23E5D4AFE2B6}" dt="2025-10-21T09:15:44.917" v="915" actId="47"/>
          <pc:sldLayoutMkLst>
            <pc:docMk/>
            <pc:sldMasterMk cId="0" sldId="2147483678"/>
            <pc:sldLayoutMk cId="0" sldId="2147483663"/>
          </pc:sldLayoutMkLst>
        </pc:sldLayoutChg>
        <pc:sldLayoutChg chg="del">
          <pc:chgData name="Abhinav Kothari" userId="2ad1c0a53281c2ab" providerId="LiveId" clId="{D6A6F71D-D2D6-4C8C-B265-23E5D4AFE2B6}" dt="2025-10-21T09:15:49.312" v="919" actId="47"/>
          <pc:sldLayoutMkLst>
            <pc:docMk/>
            <pc:sldMasterMk cId="0" sldId="2147483678"/>
            <pc:sldLayoutMk cId="0" sldId="2147483666"/>
          </pc:sldLayoutMkLst>
        </pc:sldLayoutChg>
        <pc:sldLayoutChg chg="del">
          <pc:chgData name="Abhinav Kothari" userId="2ad1c0a53281c2ab" providerId="LiveId" clId="{D6A6F71D-D2D6-4C8C-B265-23E5D4AFE2B6}" dt="2025-10-21T09:15:47.230" v="917" actId="47"/>
          <pc:sldLayoutMkLst>
            <pc:docMk/>
            <pc:sldMasterMk cId="0" sldId="2147483678"/>
            <pc:sldLayoutMk cId="0" sldId="2147483671"/>
          </pc:sldLayoutMkLst>
        </pc:sldLayoutChg>
      </pc:sldMasterChg>
      <pc:sldMasterChg chg="del delSldLayout">
        <pc:chgData name="Abhinav Kothari" userId="2ad1c0a53281c2ab" providerId="LiveId" clId="{D6A6F71D-D2D6-4C8C-B265-23E5D4AFE2B6}" dt="2025-10-21T09:15:42.132" v="914" actId="47"/>
        <pc:sldMasterMkLst>
          <pc:docMk/>
          <pc:sldMasterMk cId="0" sldId="2147483679"/>
        </pc:sldMasterMkLst>
        <pc:sldLayoutChg chg="del">
          <pc:chgData name="Abhinav Kothari" userId="2ad1c0a53281c2ab" providerId="LiveId" clId="{D6A6F71D-D2D6-4C8C-B265-23E5D4AFE2B6}" dt="2025-10-21T09:15:42.132" v="914" actId="47"/>
          <pc:sldLayoutMkLst>
            <pc:docMk/>
            <pc:sldMasterMk cId="0" sldId="2147483679"/>
            <pc:sldLayoutMk cId="0" sldId="2147483676"/>
          </pc:sldLayoutMkLst>
        </pc:sldLayoutChg>
        <pc:sldLayoutChg chg="del">
          <pc:chgData name="Abhinav Kothari" userId="2ad1c0a53281c2ab" providerId="LiveId" clId="{D6A6F71D-D2D6-4C8C-B265-23E5D4AFE2B6}" dt="2025-10-21T09:15:41.999" v="913" actId="47"/>
          <pc:sldLayoutMkLst>
            <pc:docMk/>
            <pc:sldMasterMk cId="0" sldId="2147483679"/>
            <pc:sldLayoutMk cId="0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fdd1721c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fdd1721c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26150" y="1491750"/>
            <a:ext cx="4804500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 b="1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01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14" name="Google Shape;14;p2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15" name="Google Shape;15;p2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1017326" y="178635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3709511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709499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6401672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6401672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7"/>
          </p:nvPr>
        </p:nvSpPr>
        <p:spPr>
          <a:xfrm>
            <a:off x="1017326" y="1258579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8"/>
          </p:nvPr>
        </p:nvSpPr>
        <p:spPr>
          <a:xfrm>
            <a:off x="3709511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9"/>
          </p:nvPr>
        </p:nvSpPr>
        <p:spPr>
          <a:xfrm>
            <a:off x="6401672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13"/>
          </p:nvPr>
        </p:nvSpPr>
        <p:spPr>
          <a:xfrm>
            <a:off x="1017326" y="2815504"/>
            <a:ext cx="1975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4"/>
          </p:nvPr>
        </p:nvSpPr>
        <p:spPr>
          <a:xfrm>
            <a:off x="3709511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5"/>
          </p:nvPr>
        </p:nvSpPr>
        <p:spPr>
          <a:xfrm>
            <a:off x="6401672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-12350" y="0"/>
            <a:ext cx="9176501" cy="3722113"/>
            <a:chOff x="-12350" y="0"/>
            <a:chExt cx="9176501" cy="3722113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-12350" y="163308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17800" y="0"/>
              <a:ext cx="346351" cy="12586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37" name="Google Shape;137;p1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>
            <a:off x="0" y="-4975"/>
            <a:ext cx="9146324" cy="3721325"/>
            <a:chOff x="0" y="-4975"/>
            <a:chExt cx="9146324" cy="3721325"/>
          </a:xfrm>
        </p:grpSpPr>
        <p:pic>
          <p:nvPicPr>
            <p:cNvPr id="174" name="Google Shape;174;p22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7300"/>
              <a:ext cx="286999" cy="2089049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75" name="Google Shape;175;p22"/>
            <p:cNvPicPr preferRelativeResize="0"/>
            <p:nvPr/>
          </p:nvPicPr>
          <p:blipFill rotWithShape="1">
            <a:blip r:embed="rId3">
              <a:alphaModFix/>
            </a:blip>
            <a:srcRect t="75209" b="7701"/>
            <a:stretch/>
          </p:blipFill>
          <p:spPr>
            <a:xfrm>
              <a:off x="5964425" y="-4975"/>
              <a:ext cx="3181899" cy="3753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76" name="Google Shape;176;p22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2" name="Google Shape;162;p20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163" name="Google Shape;163;p20"/>
            <p:cNvPicPr preferRelativeResize="0"/>
            <p:nvPr/>
          </p:nvPicPr>
          <p:blipFill rotWithShape="1">
            <a:blip r:embed="rId2">
              <a:alphaModFix/>
            </a:blip>
            <a:srcRect t="5470" b="71349"/>
            <a:stretch/>
          </p:blipFill>
          <p:spPr>
            <a:xfrm>
              <a:off x="7524725" y="0"/>
              <a:ext cx="1619274" cy="375351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64" name="Google Shape;164;p20"/>
            <p:cNvPicPr preferRelativeResize="0"/>
            <p:nvPr/>
          </p:nvPicPr>
          <p:blipFill rotWithShape="1">
            <a:blip r:embed="rId2">
              <a:alphaModFix/>
            </a:blip>
            <a:srcRect l="17732" r="68790"/>
            <a:stretch/>
          </p:blipFill>
          <p:spPr>
            <a:xfrm>
              <a:off x="0" y="3054450"/>
              <a:ext cx="281551" cy="2089049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70258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0" r:id="rId7"/>
    <p:sldLayoutId id="2147483662" r:id="rId8"/>
    <p:sldLayoutId id="2147483668" r:id="rId9"/>
    <p:sldLayoutId id="2147483674" r:id="rId10"/>
    <p:sldLayoutId id="2147483675" r:id="rId11"/>
    <p:sldLayoutId id="214748367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s/antenna" TargetMode="External"/><Relationship Id="rId2" Type="http://schemas.openxmlformats.org/officeDocument/2006/relationships/hyperlink" Target="https://www.flaticon.com/free-icons/light-dependent-resistor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flaticon.com/free-icons/spirit-leve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ctrTitle"/>
          </p:nvPr>
        </p:nvSpPr>
        <p:spPr>
          <a:xfrm>
            <a:off x="3528123" y="1876806"/>
            <a:ext cx="4708301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Talking Mailbox</a:t>
            </a:r>
            <a:endParaRPr dirty="0"/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1018025" y="528894"/>
            <a:ext cx="5607963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b="1" dirty="0"/>
              <a:t>LoRa-Enabled Post Detection System</a:t>
            </a:r>
            <a:endParaRPr sz="1800" b="1" dirty="0"/>
          </a:p>
        </p:txBody>
      </p:sp>
      <p:sp>
        <p:nvSpPr>
          <p:cNvPr id="225" name="Google Shape;225;p33"/>
          <p:cNvSpPr txBox="1"/>
          <p:nvPr/>
        </p:nvSpPr>
        <p:spPr>
          <a:xfrm>
            <a:off x="2406326" y="4433150"/>
            <a:ext cx="4309048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Abhinav Kothari and Justin Chin Cheong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57D983-69FC-A606-6885-799CC343E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711382" y="1876806"/>
            <a:ext cx="1389888" cy="138988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264" name="Google Shape;264;p36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dirty="0"/>
              <a:t>Professors/Instructors have a lot to do, and don’t always have the time to see the mailbox</a:t>
            </a:r>
          </a:p>
          <a:p>
            <a:pPr marL="171450" indent="-171450"/>
            <a:r>
              <a:rPr lang="en-US" dirty="0"/>
              <a:t>Checking for mailbox and finding nothing can be annoying and waste of time</a:t>
            </a:r>
          </a:p>
          <a:p>
            <a:pPr marL="171450" indent="-171450"/>
            <a:r>
              <a:rPr lang="en-US" dirty="0"/>
              <a:t>Unchecked post for long time if professor busy</a:t>
            </a:r>
          </a:p>
          <a:p>
            <a:pPr marL="171450" indent="-171450"/>
            <a:r>
              <a:rPr lang="en-US" dirty="0"/>
              <a:t>No way of knowing if post received if away</a:t>
            </a:r>
            <a:endParaRPr dirty="0"/>
          </a:p>
        </p:txBody>
      </p:sp>
      <p:pic>
        <p:nvPicPr>
          <p:cNvPr id="265" name="Google Shape;265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288" r="12288"/>
          <a:stretch/>
        </p:blipFill>
        <p:spPr>
          <a:xfrm>
            <a:off x="5643775" y="724200"/>
            <a:ext cx="2787000" cy="369509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CAE8B01-0587-2F84-C754-6C034A314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1577" y="3617904"/>
            <a:ext cx="493776" cy="49377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A5B6F97-9D8F-7D80-A877-8768546FF1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0000" y="1686121"/>
            <a:ext cx="491773" cy="491773"/>
          </a:xfrm>
          <a:prstGeom prst="rect">
            <a:avLst/>
          </a:prstGeom>
        </p:spPr>
      </p:pic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Solution: The Talking Mailbox</a:t>
            </a:r>
            <a:endParaRPr dirty="0"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 post</a:t>
            </a:r>
            <a:endParaRPr dirty="0"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Notify</a:t>
            </a:r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Your mailbox knows when something arrives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Pressure sensor to detect post in box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Same sensor can detect when post is removed</a:t>
            </a:r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mailbox talks to you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Update a website to see if post is in the box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Optional: mail the respective person</a:t>
            </a: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Stay alert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Monitors battery and alerts user in case of low battery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Detects opening, and alerts user: avoid tampering</a:t>
            </a:r>
            <a:endParaRPr dirty="0"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Alert</a:t>
            </a:r>
            <a:endParaRPr dirty="0"/>
          </a:p>
        </p:txBody>
      </p:sp>
      <p:cxnSp>
        <p:nvCxnSpPr>
          <p:cNvPr id="308" name="Google Shape;308;p39"/>
          <p:cNvCxnSpPr/>
          <p:nvPr/>
        </p:nvCxnSpPr>
        <p:spPr>
          <a:xfrm>
            <a:off x="1563073" y="156430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1563073" y="253535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/>
          <p:cNvCxnSpPr/>
          <p:nvPr/>
        </p:nvCxnSpPr>
        <p:spPr>
          <a:xfrm>
            <a:off x="1563073" y="350640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D712D33-2FAE-A058-981A-EBC0246AD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11577" y="2651011"/>
            <a:ext cx="493776" cy="49377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Approach to Solution</a:t>
            </a:r>
            <a:endParaRPr dirty="0"/>
          </a:p>
        </p:txBody>
      </p:sp>
      <p:sp>
        <p:nvSpPr>
          <p:cNvPr id="349" name="Google Shape;349;p41"/>
          <p:cNvSpPr txBox="1">
            <a:spLocks noGrp="1"/>
          </p:cNvSpPr>
          <p:nvPr>
            <p:ph type="subTitle" idx="1"/>
          </p:nvPr>
        </p:nvSpPr>
        <p:spPr>
          <a:xfrm>
            <a:off x="805782" y="1786350"/>
            <a:ext cx="1626552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a pressure sensor to detect if a post comes in</a:t>
            </a:r>
            <a:endParaRPr dirty="0"/>
          </a:p>
        </p:txBody>
      </p:sp>
      <p:sp>
        <p:nvSpPr>
          <p:cNvPr id="350" name="Google Shape;350;p41"/>
          <p:cNvSpPr txBox="1">
            <a:spLocks noGrp="1"/>
          </p:cNvSpPr>
          <p:nvPr>
            <p:ph type="subTitle" idx="2"/>
          </p:nvPr>
        </p:nvSpPr>
        <p:spPr>
          <a:xfrm>
            <a:off x="2797007" y="1786359"/>
            <a:ext cx="1553149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combination of Light Dependent Resistor and Tilt Sensor on the lid to detect opening</a:t>
            </a:r>
            <a:endParaRPr dirty="0"/>
          </a:p>
        </p:txBody>
      </p:sp>
      <p:sp>
        <p:nvSpPr>
          <p:cNvPr id="351" name="Google Shape;351;p41"/>
          <p:cNvSpPr txBox="1">
            <a:spLocks noGrp="1"/>
          </p:cNvSpPr>
          <p:nvPr>
            <p:ph type="subTitle" idx="3"/>
          </p:nvPr>
        </p:nvSpPr>
        <p:spPr>
          <a:xfrm>
            <a:off x="805782" y="3346400"/>
            <a:ext cx="1653774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Detecting post triggers </a:t>
            </a:r>
            <a:r>
              <a:rPr lang="en-US" dirty="0" err="1"/>
              <a:t>LoRaWAN</a:t>
            </a:r>
            <a:r>
              <a:rPr lang="en-US" dirty="0"/>
              <a:t> gateway notification (website/mail)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4"/>
          </p:nvPr>
        </p:nvSpPr>
        <p:spPr>
          <a:xfrm>
            <a:off x="2796994" y="3346400"/>
            <a:ext cx="1553149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Check voltage levels, in case it drops below a threshold, alert the user</a:t>
            </a:r>
            <a:br>
              <a:rPr lang="en-US" dirty="0"/>
            </a:br>
            <a:endParaRPr dirty="0"/>
          </a:p>
        </p:txBody>
      </p:sp>
      <p:sp>
        <p:nvSpPr>
          <p:cNvPr id="353" name="Google Shape;353;p41"/>
          <p:cNvSpPr txBox="1">
            <a:spLocks noGrp="1"/>
          </p:cNvSpPr>
          <p:nvPr>
            <p:ph type="subTitle" idx="7"/>
          </p:nvPr>
        </p:nvSpPr>
        <p:spPr>
          <a:xfrm>
            <a:off x="805782" y="1258579"/>
            <a:ext cx="1734674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Check for post</a:t>
            </a:r>
            <a:endParaRPr dirty="0"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8"/>
          </p:nvPr>
        </p:nvSpPr>
        <p:spPr>
          <a:xfrm>
            <a:off x="2797007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Detect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opening</a:t>
            </a:r>
            <a:endParaRPr dirty="0"/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13"/>
          </p:nvPr>
        </p:nvSpPr>
        <p:spPr>
          <a:xfrm>
            <a:off x="805782" y="2815504"/>
            <a:ext cx="1442574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Notify personnel</a:t>
            </a:r>
            <a:endParaRPr dirty="0"/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14"/>
          </p:nvPr>
        </p:nvSpPr>
        <p:spPr>
          <a:xfrm>
            <a:off x="2797007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Monitor </a:t>
            </a:r>
          </a:p>
          <a:p>
            <a:pPr marL="0" lvl="0" indent="0"/>
            <a:r>
              <a:rPr lang="en-US" dirty="0"/>
              <a:t>battery</a:t>
            </a:r>
          </a:p>
        </p:txBody>
      </p:sp>
      <p:cxnSp>
        <p:nvCxnSpPr>
          <p:cNvPr id="361" name="Google Shape;361;p41"/>
          <p:cNvCxnSpPr/>
          <p:nvPr/>
        </p:nvCxnSpPr>
        <p:spPr>
          <a:xfrm flipH="1">
            <a:off x="511206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1"/>
          <p:cNvCxnSpPr/>
          <p:nvPr/>
        </p:nvCxnSpPr>
        <p:spPr>
          <a:xfrm flipH="1">
            <a:off x="2498056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1"/>
          <p:cNvCxnSpPr/>
          <p:nvPr/>
        </p:nvCxnSpPr>
        <p:spPr>
          <a:xfrm flipH="1">
            <a:off x="4546240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3303B11-53AF-C50E-2C7B-A626985868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104890" y="659468"/>
            <a:ext cx="3253388" cy="371183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technologies and interaction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B2B868-C8D5-7949-0FC6-1B7E2E43C356}"/>
              </a:ext>
            </a:extLst>
          </p:cNvPr>
          <p:cNvGrpSpPr/>
          <p:nvPr/>
        </p:nvGrpSpPr>
        <p:grpSpPr>
          <a:xfrm>
            <a:off x="655093" y="1200890"/>
            <a:ext cx="1842669" cy="1082292"/>
            <a:chOff x="655093" y="1200890"/>
            <a:chExt cx="1842669" cy="1082292"/>
          </a:xfrm>
        </p:grpSpPr>
        <p:sp>
          <p:nvSpPr>
            <p:cNvPr id="446" name="Google Shape;446;p46"/>
            <p:cNvSpPr txBox="1"/>
            <p:nvPr/>
          </p:nvSpPr>
          <p:spPr>
            <a:xfrm>
              <a:off x="655093" y="1863482"/>
              <a:ext cx="1842669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Weight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 Sensor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F4289042-3237-9F27-4C34-C8CF67C49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47828" y="1200890"/>
              <a:ext cx="457200" cy="4572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46F8C-11A9-AD60-35CA-3EDAA9E4091F}"/>
              </a:ext>
            </a:extLst>
          </p:cNvPr>
          <p:cNvGrpSpPr/>
          <p:nvPr/>
        </p:nvGrpSpPr>
        <p:grpSpPr>
          <a:xfrm>
            <a:off x="698187" y="2498313"/>
            <a:ext cx="1757100" cy="876512"/>
            <a:chOff x="698187" y="2498313"/>
            <a:chExt cx="1757100" cy="876512"/>
          </a:xfrm>
        </p:grpSpPr>
        <p:sp>
          <p:nvSpPr>
            <p:cNvPr id="447" name="Google Shape;447;p46"/>
            <p:cNvSpPr txBox="1"/>
            <p:nvPr/>
          </p:nvSpPr>
          <p:spPr>
            <a:xfrm>
              <a:off x="698187" y="2955125"/>
              <a:ext cx="17571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LDR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BDC342-EBE3-00D7-C8C7-549AE688C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1342318" y="2498313"/>
              <a:ext cx="457200" cy="4572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103ED9-60B8-C4C5-18BD-6476DE4878C0}"/>
              </a:ext>
            </a:extLst>
          </p:cNvPr>
          <p:cNvGrpSpPr/>
          <p:nvPr/>
        </p:nvGrpSpPr>
        <p:grpSpPr>
          <a:xfrm>
            <a:off x="4948161" y="2524443"/>
            <a:ext cx="1757100" cy="793588"/>
            <a:chOff x="4948161" y="2524443"/>
            <a:chExt cx="1757100" cy="793588"/>
          </a:xfrm>
        </p:grpSpPr>
        <p:sp>
          <p:nvSpPr>
            <p:cNvPr id="448" name="Google Shape;448;p46"/>
            <p:cNvSpPr txBox="1"/>
            <p:nvPr/>
          </p:nvSpPr>
          <p:spPr>
            <a:xfrm>
              <a:off x="4948161" y="2898331"/>
              <a:ext cx="17571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LoRa Antenna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269178B-C794-2335-1CCF-3F2D687E7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12835" y="2524443"/>
              <a:ext cx="457200" cy="4572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6C60C72-E4FD-574E-F13A-8524968E78A6}"/>
              </a:ext>
            </a:extLst>
          </p:cNvPr>
          <p:cNvGrpSpPr/>
          <p:nvPr/>
        </p:nvGrpSpPr>
        <p:grpSpPr>
          <a:xfrm>
            <a:off x="2497762" y="2499090"/>
            <a:ext cx="2329997" cy="833595"/>
            <a:chOff x="2497762" y="2499090"/>
            <a:chExt cx="2329997" cy="833595"/>
          </a:xfrm>
        </p:grpSpPr>
        <p:sp>
          <p:nvSpPr>
            <p:cNvPr id="449" name="Google Shape;449;p46"/>
            <p:cNvSpPr txBox="1"/>
            <p:nvPr/>
          </p:nvSpPr>
          <p:spPr>
            <a:xfrm>
              <a:off x="2497762" y="2912985"/>
              <a:ext cx="2329997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WiFi LoRa Heltec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9" name="Graphic 8" descr="Processor with solid fill">
              <a:extLst>
                <a:ext uri="{FF2B5EF4-FFF2-40B4-BE49-F238E27FC236}">
                  <a16:creationId xmlns:a16="http://schemas.microsoft.com/office/drawing/2014/main" id="{E8C8BF94-1BDF-41E8-446F-09E9993B8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06410" y="2499090"/>
              <a:ext cx="457200" cy="4572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F66F20-691E-929A-3FD8-01F50D5CE5AC}"/>
              </a:ext>
            </a:extLst>
          </p:cNvPr>
          <p:cNvGrpSpPr/>
          <p:nvPr/>
        </p:nvGrpSpPr>
        <p:grpSpPr>
          <a:xfrm>
            <a:off x="871203" y="3554308"/>
            <a:ext cx="1399429" cy="876123"/>
            <a:chOff x="871203" y="3577959"/>
            <a:chExt cx="1399429" cy="876123"/>
          </a:xfrm>
        </p:grpSpPr>
        <p:sp>
          <p:nvSpPr>
            <p:cNvPr id="450" name="Google Shape;450;p46"/>
            <p:cNvSpPr txBox="1"/>
            <p:nvPr/>
          </p:nvSpPr>
          <p:spPr>
            <a:xfrm>
              <a:off x="871203" y="4034382"/>
              <a:ext cx="1399429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Tilt Sensor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2BE5DDE-40A5-567C-BFF3-C270CFE5B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1342318" y="3577959"/>
              <a:ext cx="457200" cy="4572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918306-510D-8C60-314C-C2D58D1C7974}"/>
              </a:ext>
            </a:extLst>
          </p:cNvPr>
          <p:cNvGrpSpPr/>
          <p:nvPr/>
        </p:nvGrpSpPr>
        <p:grpSpPr>
          <a:xfrm>
            <a:off x="6684632" y="1220652"/>
            <a:ext cx="2025128" cy="1078290"/>
            <a:chOff x="5504270" y="3354834"/>
            <a:chExt cx="2025128" cy="1078290"/>
          </a:xfrm>
        </p:grpSpPr>
        <p:sp>
          <p:nvSpPr>
            <p:cNvPr id="451" name="Google Shape;451;p46"/>
            <p:cNvSpPr txBox="1"/>
            <p:nvPr/>
          </p:nvSpPr>
          <p:spPr>
            <a:xfrm>
              <a:off x="5504270" y="4013424"/>
              <a:ext cx="2025128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Website/Mail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898D846-FC23-42E6-922B-E8F02F806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288234" y="3354834"/>
              <a:ext cx="457200" cy="4572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ED5D74-E0B6-0BCE-7AFB-2327728E7991}"/>
              </a:ext>
            </a:extLst>
          </p:cNvPr>
          <p:cNvGrpSpPr/>
          <p:nvPr/>
        </p:nvGrpSpPr>
        <p:grpSpPr>
          <a:xfrm>
            <a:off x="6745434" y="2522298"/>
            <a:ext cx="1979724" cy="795733"/>
            <a:chOff x="6745434" y="2522298"/>
            <a:chExt cx="1979724" cy="795733"/>
          </a:xfrm>
        </p:grpSpPr>
        <p:pic>
          <p:nvPicPr>
            <p:cNvPr id="21" name="Graphic 20" descr="Server with solid fill">
              <a:extLst>
                <a:ext uri="{FF2B5EF4-FFF2-40B4-BE49-F238E27FC236}">
                  <a16:creationId xmlns:a16="http://schemas.microsoft.com/office/drawing/2014/main" id="{8DD36537-2431-A18A-9BF5-9E65385F2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466523" y="2522298"/>
              <a:ext cx="457200" cy="457200"/>
            </a:xfrm>
            <a:prstGeom prst="rect">
              <a:avLst/>
            </a:prstGeom>
          </p:spPr>
        </p:pic>
        <p:sp>
          <p:nvSpPr>
            <p:cNvPr id="22" name="Google Shape;447;p46">
              <a:extLst>
                <a:ext uri="{FF2B5EF4-FFF2-40B4-BE49-F238E27FC236}">
                  <a16:creationId xmlns:a16="http://schemas.microsoft.com/office/drawing/2014/main" id="{CDEE880D-D077-7A2C-34E9-4D52923306B2}"/>
                </a:ext>
              </a:extLst>
            </p:cNvPr>
            <p:cNvSpPr txBox="1"/>
            <p:nvPr/>
          </p:nvSpPr>
          <p:spPr>
            <a:xfrm>
              <a:off x="6745434" y="2898331"/>
              <a:ext cx="1979724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Backend Layer</a:t>
              </a:r>
              <a:endParaRPr sz="18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F165B7-017F-8AA5-E0E0-9E09F16BECC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799518" y="2726913"/>
            <a:ext cx="146251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53186F5-65B6-7F4D-8761-D63931C5A29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906085" y="2744205"/>
            <a:ext cx="1706750" cy="883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D63827E-4068-28D4-C7DF-499832576E51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6070035" y="2750898"/>
            <a:ext cx="1396488" cy="214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7B837AD-E0A7-E486-611D-B6190CAD810F}"/>
              </a:ext>
            </a:extLst>
          </p:cNvPr>
          <p:cNvCxnSpPr>
            <a:cxnSpLocks/>
            <a:stCxn id="21" idx="0"/>
            <a:endCxn id="451" idx="2"/>
          </p:cNvCxnSpPr>
          <p:nvPr/>
        </p:nvCxnSpPr>
        <p:spPr>
          <a:xfrm flipV="1">
            <a:off x="7695123" y="2298942"/>
            <a:ext cx="2073" cy="22335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2F83C457-8DD5-4762-4EFB-599CE8156F45}"/>
              </a:ext>
            </a:extLst>
          </p:cNvPr>
          <p:cNvGrpSpPr/>
          <p:nvPr/>
        </p:nvGrpSpPr>
        <p:grpSpPr>
          <a:xfrm>
            <a:off x="5986263" y="3578887"/>
            <a:ext cx="2437737" cy="954107"/>
            <a:chOff x="3023448" y="3691919"/>
            <a:chExt cx="2437737" cy="95410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D44B27-20E0-0A26-8B36-04FD5062D593}"/>
                </a:ext>
              </a:extLst>
            </p:cNvPr>
            <p:cNvSpPr txBox="1"/>
            <p:nvPr/>
          </p:nvSpPr>
          <p:spPr>
            <a:xfrm>
              <a:off x="3239102" y="3691919"/>
              <a:ext cx="222208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 Communication</a:t>
              </a:r>
            </a:p>
            <a:p>
              <a:r>
                <a:rPr lang="en-US" dirty="0"/>
                <a:t>Wired</a:t>
              </a:r>
              <a:br>
                <a:rPr lang="en-US" dirty="0"/>
              </a:br>
              <a:r>
                <a:rPr lang="en-US" dirty="0" err="1"/>
                <a:t>LoRaWAN</a:t>
              </a:r>
              <a:br>
                <a:rPr lang="en-US" dirty="0"/>
              </a:br>
              <a:r>
                <a:rPr lang="en-US" dirty="0"/>
                <a:t>Internal server</a:t>
              </a:r>
              <a:endParaRPr lang="LID4096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C8D6A37-4D9C-5B7F-5928-80635700656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141615" y="3920568"/>
              <a:ext cx="2782" cy="23911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950CC0E-CEBD-FD85-B422-F51F4E9FA21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141615" y="4161857"/>
              <a:ext cx="2782" cy="239116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48DF945-5C21-A421-1B63-53BE7F4790C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141615" y="4390077"/>
              <a:ext cx="2782" cy="239116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1752870-8A8B-C74B-9449-851FFC3A542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799518" y="1449252"/>
            <a:ext cx="1835492" cy="1049838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700E90D-E418-5ED0-0886-248361A81C97}"/>
              </a:ext>
            </a:extLst>
          </p:cNvPr>
          <p:cNvCxnSpPr>
            <a:cxnSpLocks/>
            <a:stCxn id="11" idx="3"/>
            <a:endCxn id="449" idx="2"/>
          </p:cNvCxnSpPr>
          <p:nvPr/>
        </p:nvCxnSpPr>
        <p:spPr>
          <a:xfrm flipV="1">
            <a:off x="1799518" y="3332685"/>
            <a:ext cx="1863243" cy="450223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06621A6-EB1F-058A-6435-9E815759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8300" dirty="0"/>
              <a:t>Thank You</a:t>
            </a:r>
            <a:endParaRPr lang="LID4096" sz="83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E084702B-E101-11AC-B647-499B779A0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Any questions?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4851C-ED4A-97A1-08A3-5BE4D68F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E1AF5-4FA5-79F8-70EA-1A41512C1ECB}"/>
              </a:ext>
            </a:extLst>
          </p:cNvPr>
          <p:cNvSpPr txBox="1"/>
          <p:nvPr/>
        </p:nvSpPr>
        <p:spPr>
          <a:xfrm>
            <a:off x="720001" y="1017725"/>
            <a:ext cx="770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</a:t>
            </a:r>
            <a:r>
              <a:rPr lang="en-US" dirty="0" err="1"/>
              <a:t>The</a:t>
            </a:r>
            <a:r>
              <a:rPr lang="en-US" dirty="0"/>
              <a:t> Talking Door to be a satisfiable product, the following functional requirements must be implemented: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can detect if a mail is in the mailbox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can detect if the mailbox is opened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can check the battery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can communicate if a mail is in the box to a website (based on </a:t>
            </a:r>
            <a:r>
              <a:rPr lang="en-US" dirty="0" err="1"/>
              <a:t>LoRaWAN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can detect light as a redundancy for confirming the opening status of the mailbox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alerts the responsible person via email or dashboard upon mail detection</a:t>
            </a:r>
          </a:p>
        </p:txBody>
      </p:sp>
    </p:spTree>
    <p:extLst>
      <p:ext uri="{BB962C8B-B14F-4D97-AF65-F5344CB8AC3E}">
        <p14:creationId xmlns:p14="http://schemas.microsoft.com/office/powerpoint/2010/main" val="729748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727D-9BFB-2888-7A77-83D084E0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81CA08-A785-7B23-6FB9-940B4333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Requirements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63E70-3371-B461-FDB8-E9B7E0762ED6}"/>
              </a:ext>
            </a:extLst>
          </p:cNvPr>
          <p:cNvSpPr txBox="1"/>
          <p:nvPr/>
        </p:nvSpPr>
        <p:spPr>
          <a:xfrm>
            <a:off x="720001" y="1017725"/>
            <a:ext cx="7704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</a:t>
            </a:r>
            <a:r>
              <a:rPr lang="en-US" dirty="0" err="1"/>
              <a:t>The</a:t>
            </a:r>
            <a:r>
              <a:rPr lang="en-US" dirty="0"/>
              <a:t> Talking Door to operate and perform its functions, the following technical requirements must be implemented: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pressure sensor can detect when a piece of mail has been placed within the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tilt sensor can detect the rotation of the post box lid hence detecting if it opened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LDR can detect the change in light intensity when the lid is opened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transmitter can reliably connect and communicate via the </a:t>
            </a:r>
            <a:r>
              <a:rPr lang="en-US" dirty="0" err="1"/>
              <a:t>LoRaWAN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server the </a:t>
            </a:r>
            <a:r>
              <a:rPr lang="en-US" dirty="0" err="1"/>
              <a:t>LoRaWAN</a:t>
            </a:r>
            <a:r>
              <a:rPr lang="en-US" dirty="0"/>
              <a:t> communicates too can notify the personnel about the 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power supply is a battery with a working voltage of 3.3V to 5.5V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enclosure can protect the system within a typical indoor environment (IP 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function at temperatures ranging 0-40°C and humidity 10-90%</a:t>
            </a:r>
          </a:p>
        </p:txBody>
      </p:sp>
    </p:spTree>
    <p:extLst>
      <p:ext uri="{BB962C8B-B14F-4D97-AF65-F5344CB8AC3E}">
        <p14:creationId xmlns:p14="http://schemas.microsoft.com/office/powerpoint/2010/main" val="267764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1B96-4FD5-091A-7475-084EA7C2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B4ADFD-D59D-66D1-9BD3-51237F21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Attribution Links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96EE4-BE0E-F889-1F60-7BE09F9AF945}"/>
              </a:ext>
            </a:extLst>
          </p:cNvPr>
          <p:cNvSpPr txBox="1"/>
          <p:nvPr/>
        </p:nvSpPr>
        <p:spPr>
          <a:xfrm>
            <a:off x="720001" y="1017725"/>
            <a:ext cx="7704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icons were used from </a:t>
            </a:r>
            <a:r>
              <a:rPr lang="en-US" dirty="0" err="1"/>
              <a:t>flaticons</a:t>
            </a:r>
            <a:r>
              <a:rPr lang="en-US" dirty="0"/>
              <a:t>, here are the attribution links: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https://www.flaticon.com/free-icons/light-dependent-resistor</a:t>
            </a:r>
            <a:r>
              <a:rPr lang="en-US" dirty="0"/>
              <a:t> : Light dependent resistor icons created by </a:t>
            </a:r>
            <a:r>
              <a:rPr lang="en-US" dirty="0" err="1"/>
              <a:t>verluk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–</a:t>
            </a:r>
            <a:r>
              <a:rPr lang="en-US" dirty="0"/>
              <a:t> </a:t>
            </a:r>
            <a:r>
              <a:rPr lang="en-US" dirty="0" err="1"/>
              <a:t>Flaticon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https://www.flaticon.com/free-icons/antenna</a:t>
            </a:r>
            <a:r>
              <a:rPr lang="en-US" dirty="0"/>
              <a:t> : Antenna icons created by </a:t>
            </a:r>
            <a:r>
              <a:rPr lang="en-US" dirty="0" err="1"/>
              <a:t>Freepik</a:t>
            </a:r>
            <a:r>
              <a:rPr lang="en-US" dirty="0"/>
              <a:t> – </a:t>
            </a:r>
            <a:r>
              <a:rPr lang="en-US" dirty="0" err="1"/>
              <a:t>Flaticon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https://www.flaticon.com/free-icons/spirit-level</a:t>
            </a:r>
            <a:r>
              <a:rPr lang="en-US" dirty="0"/>
              <a:t> : Spirit level icons created by </a:t>
            </a:r>
            <a:r>
              <a:rPr lang="en-US" dirty="0" err="1"/>
              <a:t>juicy_fish</a:t>
            </a:r>
            <a:r>
              <a:rPr lang="en-US" dirty="0"/>
              <a:t> - </a:t>
            </a:r>
            <a:r>
              <a:rPr lang="en-US" dirty="0" err="1"/>
              <a:t>Flaticon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4504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EEED-5820-6CBE-67C8-0A0B0C0F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CB886F-A4DC-CFA8-4443-9A51FD4A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Estimates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B8B3A-6EB8-88C3-4B5D-790035042C7C}"/>
              </a:ext>
            </a:extLst>
          </p:cNvPr>
          <p:cNvSpPr txBox="1"/>
          <p:nvPr/>
        </p:nvSpPr>
        <p:spPr>
          <a:xfrm>
            <a:off x="720001" y="1017725"/>
            <a:ext cx="7704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Weight Sensor : 20.00 </a:t>
            </a:r>
            <a:r>
              <a:rPr lang="en-US" dirty="0"/>
              <a:t>euros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RBS311104: Digital Tilt Sensor : 3.00 euros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 32 </a:t>
            </a:r>
            <a:r>
              <a:rPr lang="en-US" dirty="0" err="1"/>
              <a:t>Heltec</a:t>
            </a:r>
            <a:r>
              <a:rPr lang="en-US" dirty="0"/>
              <a:t> : 32 euros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PDV-P9203 : LDR : 0.88 euros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Housing estimate : 20 euros (extreme case)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81409818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Simple Light">
      <a:dk1>
        <a:srgbClr val="424651"/>
      </a:dk1>
      <a:lt1>
        <a:srgbClr val="EAEFF4"/>
      </a:lt1>
      <a:dk2>
        <a:srgbClr val="A3ABB7"/>
      </a:dk2>
      <a:lt2>
        <a:srgbClr val="518CDE"/>
      </a:lt2>
      <a:accent1>
        <a:srgbClr val="595BD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6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572</Words>
  <Application>Microsoft Office PowerPoint</Application>
  <PresentationFormat>On-screen Show (16:9)</PresentationFormat>
  <Paragraphs>78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Nunito Light</vt:lpstr>
      <vt:lpstr>Arial</vt:lpstr>
      <vt:lpstr>Raleway</vt:lpstr>
      <vt:lpstr>Roboto</vt:lpstr>
      <vt:lpstr>Roboto Light</vt:lpstr>
      <vt:lpstr>Manrope</vt:lpstr>
      <vt:lpstr>Brand Key Pitch Deck by Slidesgo</vt:lpstr>
      <vt:lpstr>The Talking Mailbox</vt:lpstr>
      <vt:lpstr>Problem</vt:lpstr>
      <vt:lpstr>Solution: The Talking Mailbox</vt:lpstr>
      <vt:lpstr>Approach to Solution</vt:lpstr>
      <vt:lpstr>Product technologies and interaction</vt:lpstr>
      <vt:lpstr>Thank You</vt:lpstr>
      <vt:lpstr>Functional Requirements</vt:lpstr>
      <vt:lpstr>Technical Requirements</vt:lpstr>
      <vt:lpstr>Attribution Links</vt:lpstr>
      <vt:lpstr>Price Estimates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Abhinav Kothari</cp:lastModifiedBy>
  <cp:revision>1</cp:revision>
  <dcterms:modified xsi:type="dcterms:W3CDTF">2025-10-21T13:04:20Z</dcterms:modified>
</cp:coreProperties>
</file>