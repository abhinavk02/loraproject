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2"/>
  </p:notesMasterIdLst>
  <p:sldIdLst>
    <p:sldId id="256" r:id="rId2"/>
    <p:sldId id="259" r:id="rId3"/>
    <p:sldId id="262" r:id="rId4"/>
    <p:sldId id="264" r:id="rId5"/>
    <p:sldId id="269" r:id="rId6"/>
    <p:sldId id="297" r:id="rId7"/>
    <p:sldId id="298" r:id="rId8"/>
    <p:sldId id="301" r:id="rId9"/>
    <p:sldId id="302" r:id="rId10"/>
    <p:sldId id="299" r:id="rId11"/>
  </p:sldIdLst>
  <p:sldSz cx="9144000" cy="5143500" type="screen16x9"/>
  <p:notesSz cx="6858000" cy="9144000"/>
  <p:embeddedFontLst>
    <p:embeddedFont>
      <p:font typeface="Manrope" panose="020B0604020202020204" charset="0"/>
      <p:regular r:id="rId13"/>
      <p:bold r:id="rId14"/>
    </p:embeddedFont>
    <p:embeddedFont>
      <p:font typeface="Nunito Light" pitchFamily="2" charset="0"/>
      <p:regular r:id="rId15"/>
      <p:italic r:id="rId16"/>
    </p:embeddedFont>
    <p:embeddedFont>
      <p:font typeface="Raleway" pitchFamily="2" charset="0"/>
      <p:regular r:id="rId17"/>
      <p:bold r:id="rId18"/>
      <p:italic r:id="rId19"/>
      <p:boldItalic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Light" panose="02000000000000000000" pitchFamily="2" charset="0"/>
      <p:regular r:id="rId25"/>
      <p: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E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18E88B-AB27-42D5-A343-D93A122B9140}">
  <a:tblStyle styleId="{6018E88B-AB27-42D5-A343-D93A122B914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C934EF6-CD1F-4C2B-89AD-40856408C93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47" autoAdjust="0"/>
  </p:normalViewPr>
  <p:slideViewPr>
    <p:cSldViewPr snapToGrid="0">
      <p:cViewPr varScale="1">
        <p:scale>
          <a:sx n="140" d="100"/>
          <a:sy n="140" d="100"/>
        </p:scale>
        <p:origin x="774" y="1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61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hinav Kothari" userId="2ad1c0a53281c2ab" providerId="LiveId" clId="{D6A6F71D-D2D6-4C8C-B265-23E5D4AFE2B6}"/>
    <pc:docChg chg="undo custSel addSld delSld modSld delMainMaster">
      <pc:chgData name="Abhinav Kothari" userId="2ad1c0a53281c2ab" providerId="LiveId" clId="{D6A6F71D-D2D6-4C8C-B265-23E5D4AFE2B6}" dt="2025-11-10T23:34:45.736" v="3863" actId="33524"/>
      <pc:docMkLst>
        <pc:docMk/>
      </pc:docMkLst>
      <pc:sldChg chg="addSp delSp modSp mod modTransition">
        <pc:chgData name="Abhinav Kothari" userId="2ad1c0a53281c2ab" providerId="LiveId" clId="{D6A6F71D-D2D6-4C8C-B265-23E5D4AFE2B6}" dt="2025-10-21T09:28:19.059" v="1122" actId="1076"/>
        <pc:sldMkLst>
          <pc:docMk/>
          <pc:sldMk cId="0" sldId="256"/>
        </pc:sldMkLst>
        <pc:spChg chg="mod">
          <ac:chgData name="Abhinav Kothari" userId="2ad1c0a53281c2ab" providerId="LiveId" clId="{D6A6F71D-D2D6-4C8C-B265-23E5D4AFE2B6}" dt="2025-10-21T09:27:41.578" v="1112" actId="14100"/>
          <ac:spMkLst>
            <pc:docMk/>
            <pc:sldMk cId="0" sldId="256"/>
            <ac:spMk id="223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28:19.059" v="1122" actId="1076"/>
          <ac:spMkLst>
            <pc:docMk/>
            <pc:sldMk cId="0" sldId="256"/>
            <ac:spMk id="224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14:52.213" v="895" actId="1076"/>
          <ac:spMkLst>
            <pc:docMk/>
            <pc:sldMk cId="0" sldId="256"/>
            <ac:spMk id="225" creationId="{00000000-0000-0000-0000-000000000000}"/>
          </ac:spMkLst>
        </pc:spChg>
        <pc:picChg chg="mod">
          <ac:chgData name="Abhinav Kothari" userId="2ad1c0a53281c2ab" providerId="LiveId" clId="{D6A6F71D-D2D6-4C8C-B265-23E5D4AFE2B6}" dt="2025-10-21T09:27:17.595" v="1088" actId="207"/>
          <ac:picMkLst>
            <pc:docMk/>
            <pc:sldMk cId="0" sldId="256"/>
            <ac:picMk id="4" creationId="{8F57D983-69FC-A606-6885-799CC343E1E0}"/>
          </ac:picMkLst>
        </pc:picChg>
      </pc:sldChg>
      <pc:sldChg chg="addSp delSp modSp mod modTransition">
        <pc:chgData name="Abhinav Kothari" userId="2ad1c0a53281c2ab" providerId="LiveId" clId="{D6A6F71D-D2D6-4C8C-B265-23E5D4AFE2B6}" dt="2025-11-10T23:34:45.736" v="3863" actId="33524"/>
        <pc:sldMkLst>
          <pc:docMk/>
          <pc:sldMk cId="0" sldId="259"/>
        </pc:sldMkLst>
        <pc:spChg chg="mod">
          <ac:chgData name="Abhinav Kothari" userId="2ad1c0a53281c2ab" providerId="LiveId" clId="{D6A6F71D-D2D6-4C8C-B265-23E5D4AFE2B6}" dt="2025-11-10T23:34:45.736" v="3863" actId="33524"/>
          <ac:spMkLst>
            <pc:docMk/>
            <pc:sldMk cId="0" sldId="259"/>
            <ac:spMk id="264" creationId="{00000000-0000-0000-0000-000000000000}"/>
          </ac:spMkLst>
        </pc:spChg>
        <pc:picChg chg="mod">
          <ac:chgData name="Abhinav Kothari" userId="2ad1c0a53281c2ab" providerId="LiveId" clId="{D6A6F71D-D2D6-4C8C-B265-23E5D4AFE2B6}" dt="2025-10-21T08:01:52.001" v="4" actId="207"/>
          <ac:picMkLst>
            <pc:docMk/>
            <pc:sldMk cId="0" sldId="259"/>
            <ac:picMk id="265" creationId="{00000000-0000-0000-0000-000000000000}"/>
          </ac:picMkLst>
        </pc:picChg>
      </pc:sldChg>
      <pc:sldChg chg="addSp delSp modSp mod modTransition">
        <pc:chgData name="Abhinav Kothari" userId="2ad1c0a53281c2ab" providerId="LiveId" clId="{D6A6F71D-D2D6-4C8C-B265-23E5D4AFE2B6}" dt="2025-10-21T09:42:15.704" v="2207" actId="20577"/>
        <pc:sldMkLst>
          <pc:docMk/>
          <pc:sldMk cId="0" sldId="262"/>
        </pc:sldMkLst>
        <pc:spChg chg="mod">
          <ac:chgData name="Abhinav Kothari" userId="2ad1c0a53281c2ab" providerId="LiveId" clId="{D6A6F71D-D2D6-4C8C-B265-23E5D4AFE2B6}" dt="2025-10-21T09:30:46.642" v="1432" actId="20577"/>
          <ac:spMkLst>
            <pc:docMk/>
            <pc:sldMk cId="0" sldId="262"/>
            <ac:spMk id="290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31:09.729" v="1444" actId="20577"/>
          <ac:spMkLst>
            <pc:docMk/>
            <pc:sldMk cId="0" sldId="262"/>
            <ac:spMk id="291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39:18.115" v="1860" actId="20577"/>
          <ac:spMkLst>
            <pc:docMk/>
            <pc:sldMk cId="0" sldId="262"/>
            <ac:spMk id="292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0:24.887" v="1942" actId="20577"/>
          <ac:spMkLst>
            <pc:docMk/>
            <pc:sldMk cId="0" sldId="262"/>
            <ac:spMk id="293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0:01.239" v="1886" actId="20577"/>
          <ac:spMkLst>
            <pc:docMk/>
            <pc:sldMk cId="0" sldId="262"/>
            <ac:spMk id="294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15.704" v="2207" actId="20577"/>
          <ac:spMkLst>
            <pc:docMk/>
            <pc:sldMk cId="0" sldId="262"/>
            <ac:spMk id="295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38:23.898" v="1849" actId="20577"/>
          <ac:spMkLst>
            <pc:docMk/>
            <pc:sldMk cId="0" sldId="262"/>
            <ac:spMk id="296" creationId="{00000000-0000-0000-0000-000000000000}"/>
          </ac:spMkLst>
        </pc:spChg>
        <pc:picChg chg="add mod ord">
          <ac:chgData name="Abhinav Kothari" userId="2ad1c0a53281c2ab" providerId="LiveId" clId="{D6A6F71D-D2D6-4C8C-B265-23E5D4AFE2B6}" dt="2025-10-21T09:31:40.409" v="1448" actId="14826"/>
          <ac:picMkLst>
            <pc:docMk/>
            <pc:sldMk cId="0" sldId="262"/>
            <ac:picMk id="4" creationId="{3A5B6F97-9D8F-7D80-A877-8768546FF175}"/>
          </ac:picMkLst>
        </pc:picChg>
        <pc:picChg chg="add mod">
          <ac:chgData name="Abhinav Kothari" userId="2ad1c0a53281c2ab" providerId="LiveId" clId="{D6A6F71D-D2D6-4C8C-B265-23E5D4AFE2B6}" dt="2025-10-21T09:39:15.256" v="1854" actId="207"/>
          <ac:picMkLst>
            <pc:docMk/>
            <pc:sldMk cId="0" sldId="262"/>
            <ac:picMk id="6" creationId="{DD712D33-2FAE-A058-981A-EBC0246ADB3B}"/>
          </ac:picMkLst>
        </pc:picChg>
        <pc:picChg chg="add mod ord">
          <ac:chgData name="Abhinav Kothari" userId="2ad1c0a53281c2ab" providerId="LiveId" clId="{D6A6F71D-D2D6-4C8C-B265-23E5D4AFE2B6}" dt="2025-10-21T09:38:19.375" v="1844" actId="14826"/>
          <ac:picMkLst>
            <pc:docMk/>
            <pc:sldMk cId="0" sldId="262"/>
            <ac:picMk id="8" creationId="{1CAE8B01-0587-2F84-C754-6C034A314F77}"/>
          </ac:picMkLst>
        </pc:picChg>
      </pc:sldChg>
      <pc:sldChg chg="addSp delSp modSp mod modTransition">
        <pc:chgData name="Abhinav Kothari" userId="2ad1c0a53281c2ab" providerId="LiveId" clId="{D6A6F71D-D2D6-4C8C-B265-23E5D4AFE2B6}" dt="2025-10-21T10:54:07.737" v="3062"/>
        <pc:sldMkLst>
          <pc:docMk/>
          <pc:sldMk cId="0" sldId="264"/>
        </pc:sldMkLst>
        <pc:spChg chg="mod">
          <ac:chgData name="Abhinav Kothari" userId="2ad1c0a53281c2ab" providerId="LiveId" clId="{D6A6F71D-D2D6-4C8C-B265-23E5D4AFE2B6}" dt="2025-10-21T08:09:08.483" v="84" actId="20577"/>
          <ac:spMkLst>
            <pc:docMk/>
            <pc:sldMk cId="0" sldId="264"/>
            <ac:spMk id="348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46.592" v="2280" actId="20577"/>
          <ac:spMkLst>
            <pc:docMk/>
            <pc:sldMk cId="0" sldId="264"/>
            <ac:spMk id="349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3:49.737" v="2421" actId="20577"/>
          <ac:spMkLst>
            <pc:docMk/>
            <pc:sldMk cId="0" sldId="264"/>
            <ac:spMk id="350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5:10.332" v="2605" actId="20577"/>
          <ac:spMkLst>
            <pc:docMk/>
            <pc:sldMk cId="0" sldId="264"/>
            <ac:spMk id="351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4:34.837" v="2540"/>
          <ac:spMkLst>
            <pc:docMk/>
            <pc:sldMk cId="0" sldId="264"/>
            <ac:spMk id="352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30.290" v="2211" actId="20577"/>
          <ac:spMkLst>
            <pc:docMk/>
            <pc:sldMk cId="0" sldId="264"/>
            <ac:spMk id="353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56.625" v="2295" actId="20577"/>
          <ac:spMkLst>
            <pc:docMk/>
            <pc:sldMk cId="0" sldId="264"/>
            <ac:spMk id="354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4:48.334" v="2573" actId="20577"/>
          <ac:spMkLst>
            <pc:docMk/>
            <pc:sldMk cId="0" sldId="264"/>
            <ac:spMk id="358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4:36.995" v="2541" actId="20577"/>
          <ac:spMkLst>
            <pc:docMk/>
            <pc:sldMk cId="0" sldId="264"/>
            <ac:spMk id="359" creationId="{00000000-0000-0000-0000-000000000000}"/>
          </ac:spMkLst>
        </pc:spChg>
        <pc:picChg chg="add del mod">
          <ac:chgData name="Abhinav Kothari" userId="2ad1c0a53281c2ab" providerId="LiveId" clId="{D6A6F71D-D2D6-4C8C-B265-23E5D4AFE2B6}" dt="2025-10-21T10:54:07.737" v="3062"/>
          <ac:picMkLst>
            <pc:docMk/>
            <pc:sldMk cId="0" sldId="264"/>
            <ac:picMk id="13" creationId="{C3303B11-53AF-C50E-2C7B-A62698586883}"/>
          </ac:picMkLst>
        </pc:picChg>
        <pc:cxnChg chg="mod">
          <ac:chgData name="Abhinav Kothari" userId="2ad1c0a53281c2ab" providerId="LiveId" clId="{D6A6F71D-D2D6-4C8C-B265-23E5D4AFE2B6}" dt="2025-10-21T08:30:05.632" v="274" actId="1037"/>
          <ac:cxnSpMkLst>
            <pc:docMk/>
            <pc:sldMk cId="0" sldId="264"/>
            <ac:cxnSpMk id="361" creationId="{00000000-0000-0000-0000-000000000000}"/>
          </ac:cxnSpMkLst>
        </pc:cxnChg>
        <pc:cxnChg chg="mod">
          <ac:chgData name="Abhinav Kothari" userId="2ad1c0a53281c2ab" providerId="LiveId" clId="{D6A6F71D-D2D6-4C8C-B265-23E5D4AFE2B6}" dt="2025-10-21T08:30:25.925" v="316" actId="1037"/>
          <ac:cxnSpMkLst>
            <pc:docMk/>
            <pc:sldMk cId="0" sldId="264"/>
            <ac:cxnSpMk id="362" creationId="{00000000-0000-0000-0000-000000000000}"/>
          </ac:cxnSpMkLst>
        </pc:cxnChg>
        <pc:cxnChg chg="mod">
          <ac:chgData name="Abhinav Kothari" userId="2ad1c0a53281c2ab" providerId="LiveId" clId="{D6A6F71D-D2D6-4C8C-B265-23E5D4AFE2B6}" dt="2025-10-21T08:30:55.833" v="337" actId="1038"/>
          <ac:cxnSpMkLst>
            <pc:docMk/>
            <pc:sldMk cId="0" sldId="264"/>
            <ac:cxnSpMk id="363" creationId="{00000000-0000-0000-0000-000000000000}"/>
          </ac:cxnSpMkLst>
        </pc:cxnChg>
      </pc:sldChg>
      <pc:sldChg chg="addSp delSp modSp mod modTransition">
        <pc:chgData name="Abhinav Kothari" userId="2ad1c0a53281c2ab" providerId="LiveId" clId="{D6A6F71D-D2D6-4C8C-B265-23E5D4AFE2B6}" dt="2025-10-21T13:03:13.793" v="3735" actId="20577"/>
        <pc:sldMkLst>
          <pc:docMk/>
          <pc:sldMk cId="0" sldId="269"/>
        </pc:sldMkLst>
        <pc:spChg chg="add mod topLvl">
          <ac:chgData name="Abhinav Kothari" userId="2ad1c0a53281c2ab" providerId="LiveId" clId="{D6A6F71D-D2D6-4C8C-B265-23E5D4AFE2B6}" dt="2025-10-21T09:11:23.379" v="730" actId="164"/>
          <ac:spMkLst>
            <pc:docMk/>
            <pc:sldMk cId="0" sldId="269"/>
            <ac:spMk id="22" creationId="{CDEE880D-D077-7A2C-34E9-4D52923306B2}"/>
          </ac:spMkLst>
        </pc:spChg>
        <pc:spChg chg="add mod">
          <ac:chgData name="Abhinav Kothari" userId="2ad1c0a53281c2ab" providerId="LiveId" clId="{D6A6F71D-D2D6-4C8C-B265-23E5D4AFE2B6}" dt="2025-10-21T09:14:32.087" v="892" actId="164"/>
          <ac:spMkLst>
            <pc:docMk/>
            <pc:sldMk cId="0" sldId="269"/>
            <ac:spMk id="60" creationId="{2BD44B27-20E0-0A26-8B36-04FD5062D593}"/>
          </ac:spMkLst>
        </pc:spChg>
        <pc:spChg chg="mod">
          <ac:chgData name="Abhinav Kothari" userId="2ad1c0a53281c2ab" providerId="LiveId" clId="{D6A6F71D-D2D6-4C8C-B265-23E5D4AFE2B6}" dt="2025-10-21T09:02:17.200" v="557" actId="20577"/>
          <ac:spMkLst>
            <pc:docMk/>
            <pc:sldMk cId="0" sldId="269"/>
            <ac:spMk id="445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13:03:13.793" v="3735" actId="20577"/>
          <ac:spMkLst>
            <pc:docMk/>
            <pc:sldMk cId="0" sldId="269"/>
            <ac:spMk id="446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10:00:47.464" v="2701" actId="164"/>
          <ac:spMkLst>
            <pc:docMk/>
            <pc:sldMk cId="0" sldId="269"/>
            <ac:spMk id="447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09:10:55.902" v="724" actId="164"/>
          <ac:spMkLst>
            <pc:docMk/>
            <pc:sldMk cId="0" sldId="269"/>
            <ac:spMk id="448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09:10:41.450" v="719" actId="164"/>
          <ac:spMkLst>
            <pc:docMk/>
            <pc:sldMk cId="0" sldId="269"/>
            <ac:spMk id="449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10:00:31.982" v="2696" actId="164"/>
          <ac:spMkLst>
            <pc:docMk/>
            <pc:sldMk cId="0" sldId="269"/>
            <ac:spMk id="450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10:01:43.610" v="2718" actId="20577"/>
          <ac:spMkLst>
            <pc:docMk/>
            <pc:sldMk cId="0" sldId="269"/>
            <ac:spMk id="451" creationId="{00000000-0000-0000-0000-000000000000}"/>
          </ac:spMkLst>
        </pc:spChg>
        <pc:grpChg chg="add mod">
          <ac:chgData name="Abhinav Kothari" userId="2ad1c0a53281c2ab" providerId="LiveId" clId="{D6A6F71D-D2D6-4C8C-B265-23E5D4AFE2B6}" dt="2025-10-21T10:00:52.880" v="2703" actId="1076"/>
          <ac:grpSpMkLst>
            <pc:docMk/>
            <pc:sldMk cId="0" sldId="269"/>
            <ac:grpSpMk id="8" creationId="{36B2B868-C8D5-7949-0FC6-1B7E2E43C356}"/>
          </ac:grpSpMkLst>
        </pc:grpChg>
        <pc:grpChg chg="add mod">
          <ac:chgData name="Abhinav Kothari" userId="2ad1c0a53281c2ab" providerId="LiveId" clId="{D6A6F71D-D2D6-4C8C-B265-23E5D4AFE2B6}" dt="2025-10-21T10:00:38.597" v="2697" actId="1076"/>
          <ac:grpSpMkLst>
            <pc:docMk/>
            <pc:sldMk cId="0" sldId="269"/>
            <ac:grpSpMk id="12" creationId="{C5F66F20-691E-929A-3FD8-01F50D5CE5AC}"/>
          </ac:grpSpMkLst>
        </pc:grpChg>
        <pc:grpChg chg="add mod">
          <ac:chgData name="Abhinav Kothari" userId="2ad1c0a53281c2ab" providerId="LiveId" clId="{D6A6F71D-D2D6-4C8C-B265-23E5D4AFE2B6}" dt="2025-10-21T10:00:47.464" v="2701" actId="164"/>
          <ac:grpSpMkLst>
            <pc:docMk/>
            <pc:sldMk cId="0" sldId="269"/>
            <ac:grpSpMk id="15" creationId="{54F46F8C-11A9-AD60-35CA-3EDAA9E4091F}"/>
          </ac:grpSpMkLst>
        </pc:grpChg>
        <pc:grpChg chg="add mod">
          <ac:chgData name="Abhinav Kothari" userId="2ad1c0a53281c2ab" providerId="LiveId" clId="{D6A6F71D-D2D6-4C8C-B265-23E5D4AFE2B6}" dt="2025-10-21T09:12:27.165" v="761" actId="1038"/>
          <ac:grpSpMkLst>
            <pc:docMk/>
            <pc:sldMk cId="0" sldId="269"/>
            <ac:grpSpMk id="19" creationId="{A7918306-510D-8C60-314C-C2D58D1C7974}"/>
          </ac:grpSpMkLst>
        </pc:grpChg>
        <pc:grpChg chg="add mod">
          <ac:chgData name="Abhinav Kothari" userId="2ad1c0a53281c2ab" providerId="LiveId" clId="{D6A6F71D-D2D6-4C8C-B265-23E5D4AFE2B6}" dt="2025-10-21T09:10:41.450" v="719" actId="164"/>
          <ac:grpSpMkLst>
            <pc:docMk/>
            <pc:sldMk cId="0" sldId="269"/>
            <ac:grpSpMk id="42" creationId="{56C60C72-E4FD-574E-F13A-8524968E78A6}"/>
          </ac:grpSpMkLst>
        </pc:grpChg>
        <pc:grpChg chg="add mod">
          <ac:chgData name="Abhinav Kothari" userId="2ad1c0a53281c2ab" providerId="LiveId" clId="{D6A6F71D-D2D6-4C8C-B265-23E5D4AFE2B6}" dt="2025-10-21T09:10:55.902" v="724" actId="164"/>
          <ac:grpSpMkLst>
            <pc:docMk/>
            <pc:sldMk cId="0" sldId="269"/>
            <ac:grpSpMk id="44" creationId="{F5103ED9-60B8-C4C5-18BD-6476DE4878C0}"/>
          </ac:grpSpMkLst>
        </pc:grpChg>
        <pc:grpChg chg="add mod">
          <ac:chgData name="Abhinav Kothari" userId="2ad1c0a53281c2ab" providerId="LiveId" clId="{D6A6F71D-D2D6-4C8C-B265-23E5D4AFE2B6}" dt="2025-10-21T09:11:23.379" v="730" actId="164"/>
          <ac:grpSpMkLst>
            <pc:docMk/>
            <pc:sldMk cId="0" sldId="269"/>
            <ac:grpSpMk id="50" creationId="{DFED5D74-E0B6-0BCE-7AFB-2327728E7991}"/>
          </ac:grpSpMkLst>
        </pc:grpChg>
        <pc:grpChg chg="add mod">
          <ac:chgData name="Abhinav Kothari" userId="2ad1c0a53281c2ab" providerId="LiveId" clId="{D6A6F71D-D2D6-4C8C-B265-23E5D4AFE2B6}" dt="2025-10-21T10:02:00.305" v="2723" actId="1076"/>
          <ac:grpSpMkLst>
            <pc:docMk/>
            <pc:sldMk cId="0" sldId="269"/>
            <ac:grpSpMk id="452" creationId="{2F83C457-8DD5-4762-4EFB-599CE8156F45}"/>
          </ac:grpSpMkLst>
        </pc:grpChg>
        <pc:picChg chg="add mod topLvl">
          <ac:chgData name="Abhinav Kothari" userId="2ad1c0a53281c2ab" providerId="LiveId" clId="{D6A6F71D-D2D6-4C8C-B265-23E5D4AFE2B6}" dt="2025-10-21T09:53:54.646" v="2634" actId="164"/>
          <ac:picMkLst>
            <pc:docMk/>
            <pc:sldMk cId="0" sldId="269"/>
            <ac:picMk id="3" creationId="{F4289042-3237-9F27-4C34-C8CF67C49257}"/>
          </ac:picMkLst>
        </pc:picChg>
        <pc:picChg chg="add mod topLvl">
          <ac:chgData name="Abhinav Kothari" userId="2ad1c0a53281c2ab" providerId="LiveId" clId="{D6A6F71D-D2D6-4C8C-B265-23E5D4AFE2B6}" dt="2025-10-21T10:00:47.464" v="2701" actId="164"/>
          <ac:picMkLst>
            <pc:docMk/>
            <pc:sldMk cId="0" sldId="269"/>
            <ac:picMk id="5" creationId="{29BDC342-EBE3-00D7-C8C7-549AE688CCA3}"/>
          </ac:picMkLst>
        </pc:picChg>
        <pc:picChg chg="add mod topLvl">
          <ac:chgData name="Abhinav Kothari" userId="2ad1c0a53281c2ab" providerId="LiveId" clId="{D6A6F71D-D2D6-4C8C-B265-23E5D4AFE2B6}" dt="2025-10-21T09:10:55.902" v="724" actId="164"/>
          <ac:picMkLst>
            <pc:docMk/>
            <pc:sldMk cId="0" sldId="269"/>
            <ac:picMk id="7" creationId="{A269178B-C794-2335-1CCF-3F2D687E7943}"/>
          </ac:picMkLst>
        </pc:picChg>
        <pc:picChg chg="add mod topLvl">
          <ac:chgData name="Abhinav Kothari" userId="2ad1c0a53281c2ab" providerId="LiveId" clId="{D6A6F71D-D2D6-4C8C-B265-23E5D4AFE2B6}" dt="2025-10-21T09:10:41.450" v="719" actId="164"/>
          <ac:picMkLst>
            <pc:docMk/>
            <pc:sldMk cId="0" sldId="269"/>
            <ac:picMk id="9" creationId="{E8C8BF94-1BDF-41E8-446F-09E9993B8007}"/>
          </ac:picMkLst>
        </pc:picChg>
        <pc:picChg chg="add mod topLvl">
          <ac:chgData name="Abhinav Kothari" userId="2ad1c0a53281c2ab" providerId="LiveId" clId="{D6A6F71D-D2D6-4C8C-B265-23E5D4AFE2B6}" dt="2025-10-21T10:00:31.982" v="2696" actId="164"/>
          <ac:picMkLst>
            <pc:docMk/>
            <pc:sldMk cId="0" sldId="269"/>
            <ac:picMk id="11" creationId="{52BE5DDE-40A5-567C-BFF3-C270CFE5B91B}"/>
          </ac:picMkLst>
        </pc:picChg>
        <pc:picChg chg="add mod">
          <ac:chgData name="Abhinav Kothari" userId="2ad1c0a53281c2ab" providerId="LiveId" clId="{D6A6F71D-D2D6-4C8C-B265-23E5D4AFE2B6}" dt="2025-10-21T10:01:51.035" v="2720" actId="14826"/>
          <ac:picMkLst>
            <pc:docMk/>
            <pc:sldMk cId="0" sldId="269"/>
            <ac:picMk id="13" creationId="{B898D846-FC23-42E6-922B-E8F02F806DF2}"/>
          </ac:picMkLst>
        </pc:picChg>
        <pc:picChg chg="add mod topLvl">
          <ac:chgData name="Abhinav Kothari" userId="2ad1c0a53281c2ab" providerId="LiveId" clId="{D6A6F71D-D2D6-4C8C-B265-23E5D4AFE2B6}" dt="2025-10-21T09:11:23.379" v="730" actId="164"/>
          <ac:picMkLst>
            <pc:docMk/>
            <pc:sldMk cId="0" sldId="269"/>
            <ac:picMk id="21" creationId="{8DD36537-2431-A18A-9BF5-9E65385F22F5}"/>
          </ac:picMkLst>
        </pc:picChg>
        <pc:cxnChg chg="add mod">
          <ac:chgData name="Abhinav Kothari" userId="2ad1c0a53281c2ab" providerId="LiveId" clId="{D6A6F71D-D2D6-4C8C-B265-23E5D4AFE2B6}" dt="2025-10-21T10:01:13.704" v="2709" actId="208"/>
          <ac:cxnSpMkLst>
            <pc:docMk/>
            <pc:sldMk cId="0" sldId="269"/>
            <ac:cxnSpMk id="20" creationId="{01752870-8A8B-C74B-9449-851FFC3A5427}"/>
          </ac:cxnSpMkLst>
        </pc:cxnChg>
        <pc:cxnChg chg="add mod">
          <ac:chgData name="Abhinav Kothari" userId="2ad1c0a53281c2ab" providerId="LiveId" clId="{D6A6F71D-D2D6-4C8C-B265-23E5D4AFE2B6}" dt="2025-10-21T10:01:13.704" v="2709" actId="208"/>
          <ac:cxnSpMkLst>
            <pc:docMk/>
            <pc:sldMk cId="0" sldId="269"/>
            <ac:cxnSpMk id="27" creationId="{2700E90D-E418-5ED0-0886-248361A81C97}"/>
          </ac:cxnSpMkLst>
        </pc:cxnChg>
        <pc:cxnChg chg="add mod">
          <ac:chgData name="Abhinav Kothari" userId="2ad1c0a53281c2ab" providerId="LiveId" clId="{D6A6F71D-D2D6-4C8C-B265-23E5D4AFE2B6}" dt="2025-10-21T10:00:46.096" v="2700" actId="1076"/>
          <ac:cxnSpMkLst>
            <pc:docMk/>
            <pc:sldMk cId="0" sldId="269"/>
            <ac:cxnSpMk id="30" creationId="{F2F165B7-017F-8AA5-E0E0-9E09F16BECCE}"/>
          </ac:cxnSpMkLst>
        </pc:cxnChg>
        <pc:cxnChg chg="add mod">
          <ac:chgData name="Abhinav Kothari" userId="2ad1c0a53281c2ab" providerId="LiveId" clId="{D6A6F71D-D2D6-4C8C-B265-23E5D4AFE2B6}" dt="2025-10-21T09:10:52.844" v="723" actId="1076"/>
          <ac:cxnSpMkLst>
            <pc:docMk/>
            <pc:sldMk cId="0" sldId="269"/>
            <ac:cxnSpMk id="40" creationId="{A53186F5-65B6-7F4D-8761-D63931C5A295}"/>
          </ac:cxnSpMkLst>
        </pc:cxnChg>
        <pc:cxnChg chg="add mod">
          <ac:chgData name="Abhinav Kothari" userId="2ad1c0a53281c2ab" providerId="LiveId" clId="{D6A6F71D-D2D6-4C8C-B265-23E5D4AFE2B6}" dt="2025-10-21T09:11:39.427" v="733" actId="208"/>
          <ac:cxnSpMkLst>
            <pc:docMk/>
            <pc:sldMk cId="0" sldId="269"/>
            <ac:cxnSpMk id="46" creationId="{8D63827E-4068-28D4-C7DF-499832576E51}"/>
          </ac:cxnSpMkLst>
        </pc:cxnChg>
        <pc:cxnChg chg="add mod">
          <ac:chgData name="Abhinav Kothari" userId="2ad1c0a53281c2ab" providerId="LiveId" clId="{D6A6F71D-D2D6-4C8C-B265-23E5D4AFE2B6}" dt="2025-10-21T09:12:54.475" v="764" actId="208"/>
          <ac:cxnSpMkLst>
            <pc:docMk/>
            <pc:sldMk cId="0" sldId="269"/>
            <ac:cxnSpMk id="55" creationId="{07B837AD-E0A7-E486-611D-B6190CAD810F}"/>
          </ac:cxnSpMkLst>
        </pc:cxnChg>
        <pc:cxnChg chg="add mod">
          <ac:chgData name="Abhinav Kothari" userId="2ad1c0a53281c2ab" providerId="LiveId" clId="{D6A6F71D-D2D6-4C8C-B265-23E5D4AFE2B6}" dt="2025-10-21T09:14:32.087" v="892" actId="164"/>
          <ac:cxnSpMkLst>
            <pc:docMk/>
            <pc:sldMk cId="0" sldId="269"/>
            <ac:cxnSpMk id="61" creationId="{EC8D6A37-4D9C-5B7F-5928-80635700656A}"/>
          </ac:cxnSpMkLst>
        </pc:cxnChg>
        <pc:cxnChg chg="add mod">
          <ac:chgData name="Abhinav Kothari" userId="2ad1c0a53281c2ab" providerId="LiveId" clId="{D6A6F71D-D2D6-4C8C-B265-23E5D4AFE2B6}" dt="2025-10-21T09:14:32.087" v="892" actId="164"/>
          <ac:cxnSpMkLst>
            <pc:docMk/>
            <pc:sldMk cId="0" sldId="269"/>
            <ac:cxnSpMk id="62" creationId="{C950CC0E-CEBD-FD85-B422-F51F4E9FA210}"/>
          </ac:cxnSpMkLst>
        </pc:cxnChg>
        <pc:cxnChg chg="add mod">
          <ac:chgData name="Abhinav Kothari" userId="2ad1c0a53281c2ab" providerId="LiveId" clId="{D6A6F71D-D2D6-4C8C-B265-23E5D4AFE2B6}" dt="2025-10-21T09:14:32.087" v="892" actId="164"/>
          <ac:cxnSpMkLst>
            <pc:docMk/>
            <pc:sldMk cId="0" sldId="269"/>
            <ac:cxnSpMk id="63" creationId="{F48DF945-5C21-A421-1B63-53BE7F4790C2}"/>
          </ac:cxnSpMkLst>
        </pc:cxnChg>
      </pc:sldChg>
      <pc:sldChg chg="modTransition">
        <pc:chgData name="Abhinav Kothari" userId="2ad1c0a53281c2ab" providerId="LiveId" clId="{D6A6F71D-D2D6-4C8C-B265-23E5D4AFE2B6}" dt="2025-10-21T09:16:55.525" v="929"/>
        <pc:sldMkLst>
          <pc:docMk/>
          <pc:sldMk cId="13888805" sldId="297"/>
        </pc:sldMkLst>
      </pc:sldChg>
      <pc:sldChg chg="addSp delSp modSp new add del mod modClrScheme chgLayout">
        <pc:chgData name="Abhinav Kothari" userId="2ad1c0a53281c2ab" providerId="LiveId" clId="{D6A6F71D-D2D6-4C8C-B265-23E5D4AFE2B6}" dt="2025-10-21T10:56:00.401" v="3085" actId="20578"/>
        <pc:sldMkLst>
          <pc:docMk/>
          <pc:sldMk cId="729748682" sldId="298"/>
        </pc:sldMkLst>
        <pc:spChg chg="add mod ord">
          <ac:chgData name="Abhinav Kothari" userId="2ad1c0a53281c2ab" providerId="LiveId" clId="{D6A6F71D-D2D6-4C8C-B265-23E5D4AFE2B6}" dt="2025-10-21T09:21:21.306" v="1047" actId="20577"/>
          <ac:spMkLst>
            <pc:docMk/>
            <pc:sldMk cId="729748682" sldId="298"/>
            <ac:spMk id="4" creationId="{AD04851C-ED4A-97A1-08A3-5BE4D68FA241}"/>
          </ac:spMkLst>
        </pc:spChg>
        <pc:spChg chg="add mod">
          <ac:chgData name="Abhinav Kothari" userId="2ad1c0a53281c2ab" providerId="LiveId" clId="{D6A6F71D-D2D6-4C8C-B265-23E5D4AFE2B6}" dt="2025-10-21T10:56:00.401" v="3085" actId="20578"/>
          <ac:spMkLst>
            <pc:docMk/>
            <pc:sldMk cId="729748682" sldId="298"/>
            <ac:spMk id="5" creationId="{AF9E1AF5-4FA5-79F8-70EA-1A41512C1ECB}"/>
          </ac:spMkLst>
        </pc:spChg>
      </pc:sldChg>
      <pc:sldChg chg="modSp add mod">
        <pc:chgData name="Abhinav Kothari" userId="2ad1c0a53281c2ab" providerId="LiveId" clId="{D6A6F71D-D2D6-4C8C-B265-23E5D4AFE2B6}" dt="2025-10-21T09:59:46.303" v="2677" actId="20577"/>
        <pc:sldMkLst>
          <pc:docMk/>
          <pc:sldMk cId="2045045057" sldId="299"/>
        </pc:sldMkLst>
        <pc:spChg chg="mod">
          <ac:chgData name="Abhinav Kothari" userId="2ad1c0a53281c2ab" providerId="LiveId" clId="{D6A6F71D-D2D6-4C8C-B265-23E5D4AFE2B6}" dt="2025-10-21T09:59:46.303" v="2677" actId="20577"/>
          <ac:spMkLst>
            <pc:docMk/>
            <pc:sldMk cId="2045045057" sldId="299"/>
            <ac:spMk id="5" creationId="{45496EE4-BE0E-F889-1F60-7BE09F9AF945}"/>
          </ac:spMkLst>
        </pc:spChg>
      </pc:sldChg>
      <pc:sldChg chg="modSp add mod">
        <pc:chgData name="Abhinav Kothari" userId="2ad1c0a53281c2ab" providerId="LiveId" clId="{D6A6F71D-D2D6-4C8C-B265-23E5D4AFE2B6}" dt="2025-10-21T11:00:57.410" v="3426" actId="5793"/>
        <pc:sldMkLst>
          <pc:docMk/>
          <pc:sldMk cId="2677640049" sldId="301"/>
        </pc:sldMkLst>
        <pc:spChg chg="mod">
          <ac:chgData name="Abhinav Kothari" userId="2ad1c0a53281c2ab" providerId="LiveId" clId="{D6A6F71D-D2D6-4C8C-B265-23E5D4AFE2B6}" dt="2025-10-21T09:21:30.885" v="1067" actId="20577"/>
          <ac:spMkLst>
            <pc:docMk/>
            <pc:sldMk cId="2677640049" sldId="301"/>
            <ac:spMk id="4" creationId="{C081CA08-A785-7B23-6FB9-940B4333C8FA}"/>
          </ac:spMkLst>
        </pc:spChg>
        <pc:spChg chg="mod">
          <ac:chgData name="Abhinav Kothari" userId="2ad1c0a53281c2ab" providerId="LiveId" clId="{D6A6F71D-D2D6-4C8C-B265-23E5D4AFE2B6}" dt="2025-10-21T11:00:57.410" v="3426" actId="5793"/>
          <ac:spMkLst>
            <pc:docMk/>
            <pc:sldMk cId="2677640049" sldId="301"/>
            <ac:spMk id="5" creationId="{E9E63E70-3371-B461-FDB8-E9B7E0762ED6}"/>
          </ac:spMkLst>
        </pc:spChg>
      </pc:sldChg>
      <pc:sldChg chg="modSp add mod">
        <pc:chgData name="Abhinav Kothari" userId="2ad1c0a53281c2ab" providerId="LiveId" clId="{D6A6F71D-D2D6-4C8C-B265-23E5D4AFE2B6}" dt="2025-10-21T13:04:13.351" v="3756" actId="20577"/>
        <pc:sldMkLst>
          <pc:docMk/>
          <pc:sldMk cId="981409818" sldId="302"/>
        </pc:sldMkLst>
        <pc:spChg chg="mod">
          <ac:chgData name="Abhinav Kothari" userId="2ad1c0a53281c2ab" providerId="LiveId" clId="{D6A6F71D-D2D6-4C8C-B265-23E5D4AFE2B6}" dt="2025-10-21T12:53:33.579" v="3446" actId="20577"/>
          <ac:spMkLst>
            <pc:docMk/>
            <pc:sldMk cId="981409818" sldId="302"/>
            <ac:spMk id="4" creationId="{54CB886F-A4DC-CFA8-4443-9A51FD4AAFD2}"/>
          </ac:spMkLst>
        </pc:spChg>
      </pc:sldChg>
      <pc:sldMasterChg chg="delSldLayout">
        <pc:chgData name="Abhinav Kothari" userId="2ad1c0a53281c2ab" providerId="LiveId" clId="{D6A6F71D-D2D6-4C8C-B265-23E5D4AFE2B6}" dt="2025-10-21T09:15:49.312" v="919" actId="47"/>
        <pc:sldMasterMkLst>
          <pc:docMk/>
          <pc:sldMasterMk cId="0" sldId="2147483678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4fdd1721c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221" name="Google Shape;221;g24fdd1721c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261" name="Google Shape;261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288" name="Google Shape;288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346" name="Google Shape;346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190cccfa9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440" name="Google Shape;440;g190cccfa9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3626150" y="1491750"/>
            <a:ext cx="4804500" cy="21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 b="1">
                <a:latin typeface="Manrope"/>
                <a:ea typeface="Manrope"/>
                <a:cs typeface="Manrope"/>
                <a:sym typeface="Manrop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18025" y="539500"/>
            <a:ext cx="20160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12" name="Google Shape;12;p2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13" name="Google Shape;13;p2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grpSp>
        <p:nvGrpSpPr>
          <p:cNvPr id="14" name="Google Shape;14;p2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15" name="Google Shape;15;p2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16;p2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713225" y="1150775"/>
            <a:ext cx="414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ubTitle" idx="1"/>
          </p:nvPr>
        </p:nvSpPr>
        <p:spPr>
          <a:xfrm>
            <a:off x="713225" y="1866025"/>
            <a:ext cx="41457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>
            <a:spLocks noGrp="1"/>
          </p:cNvSpPr>
          <p:nvPr>
            <p:ph type="pic" idx="2"/>
          </p:nvPr>
        </p:nvSpPr>
        <p:spPr>
          <a:xfrm>
            <a:off x="5643775" y="724200"/>
            <a:ext cx="2787000" cy="369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8" name="Google Shape;48;p7"/>
          <p:cNvGrpSpPr/>
          <p:nvPr/>
        </p:nvGrpSpPr>
        <p:grpSpPr>
          <a:xfrm>
            <a:off x="0" y="-4250"/>
            <a:ext cx="9144001" cy="5147738"/>
            <a:chOff x="0" y="-4250"/>
            <a:chExt cx="9144001" cy="5147738"/>
          </a:xfrm>
        </p:grpSpPr>
        <p:pic>
          <p:nvPicPr>
            <p:cNvPr id="49" name="Google Shape;49;p7"/>
            <p:cNvPicPr preferRelativeResize="0"/>
            <p:nvPr/>
          </p:nvPicPr>
          <p:blipFill rotWithShape="1">
            <a:blip r:embed="rId2">
              <a:alphaModFix/>
            </a:blip>
            <a:srcRect t="1777" b="81134"/>
            <a:stretch/>
          </p:blipFill>
          <p:spPr>
            <a:xfrm>
              <a:off x="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50" name="Google Shape;50;p7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8797650" y="3054460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cxnSp>
        <p:nvCxnSpPr>
          <p:cNvPr id="51" name="Google Shape;51;p7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54" name="Google Shape;54;p8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55" name="Google Shape;55;p8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56" name="Google Shape;56;p8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grpSp>
        <p:nvGrpSpPr>
          <p:cNvPr id="57" name="Google Shape;57;p8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58" name="Google Shape;58;p8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9;p8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l="67244"/>
          <a:stretch/>
        </p:blipFill>
        <p:spPr>
          <a:xfrm>
            <a:off x="0" y="2136825"/>
            <a:ext cx="556251" cy="2089049"/>
          </a:xfrm>
          <a:prstGeom prst="rect">
            <a:avLst/>
          </a:prstGeom>
          <a:noFill/>
          <a:ln>
            <a:noFill/>
          </a:ln>
          <a:effectLst>
            <a:outerShdw blurRad="428625" dist="133350" dir="2460000" algn="bl" rotWithShape="0">
              <a:schemeClr val="accent3"/>
            </a:outerShdw>
          </a:effectLst>
        </p:spPr>
      </p:pic>
      <p:grpSp>
        <p:nvGrpSpPr>
          <p:cNvPr id="64" name="Google Shape;64;p9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65" name="Google Shape;65;p9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66;p9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1"/>
          </p:nvPr>
        </p:nvSpPr>
        <p:spPr>
          <a:xfrm>
            <a:off x="3578700" y="15643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2"/>
          </p:nvPr>
        </p:nvSpPr>
        <p:spPr>
          <a:xfrm>
            <a:off x="3578700" y="253535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3"/>
          </p:nvPr>
        </p:nvSpPr>
        <p:spPr>
          <a:xfrm>
            <a:off x="3578700" y="35064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4"/>
          </p:nvPr>
        </p:nvSpPr>
        <p:spPr>
          <a:xfrm>
            <a:off x="1846625" y="15643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5"/>
          </p:nvPr>
        </p:nvSpPr>
        <p:spPr>
          <a:xfrm>
            <a:off x="1846625" y="253535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6"/>
          </p:nvPr>
        </p:nvSpPr>
        <p:spPr>
          <a:xfrm>
            <a:off x="1846625" y="35064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02" name="Google Shape;102;p14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103" name="Google Shape;103;p14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104" name="Google Shape;104;p14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cxnSp>
        <p:nvCxnSpPr>
          <p:cNvPr id="105" name="Google Shape;105;p14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ubTitle" idx="1"/>
          </p:nvPr>
        </p:nvSpPr>
        <p:spPr>
          <a:xfrm>
            <a:off x="1017326" y="178635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6"/>
          <p:cNvSpPr txBox="1">
            <a:spLocks noGrp="1"/>
          </p:cNvSpPr>
          <p:nvPr>
            <p:ph type="subTitle" idx="2"/>
          </p:nvPr>
        </p:nvSpPr>
        <p:spPr>
          <a:xfrm>
            <a:off x="3709511" y="1786359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subTitle" idx="3"/>
          </p:nvPr>
        </p:nvSpPr>
        <p:spPr>
          <a:xfrm>
            <a:off x="1017326" y="334640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subTitle" idx="4"/>
          </p:nvPr>
        </p:nvSpPr>
        <p:spPr>
          <a:xfrm>
            <a:off x="3709499" y="334640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subTitle" idx="5"/>
          </p:nvPr>
        </p:nvSpPr>
        <p:spPr>
          <a:xfrm>
            <a:off x="6401672" y="1786359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6"/>
          <p:cNvSpPr txBox="1">
            <a:spLocks noGrp="1"/>
          </p:cNvSpPr>
          <p:nvPr>
            <p:ph type="subTitle" idx="6"/>
          </p:nvPr>
        </p:nvSpPr>
        <p:spPr>
          <a:xfrm>
            <a:off x="6401672" y="334640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6"/>
          <p:cNvSpPr txBox="1">
            <a:spLocks noGrp="1"/>
          </p:cNvSpPr>
          <p:nvPr>
            <p:ph type="subTitle" idx="7"/>
          </p:nvPr>
        </p:nvSpPr>
        <p:spPr>
          <a:xfrm>
            <a:off x="1017326" y="1258579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9" name="Google Shape;129;p16"/>
          <p:cNvSpPr txBox="1">
            <a:spLocks noGrp="1"/>
          </p:cNvSpPr>
          <p:nvPr>
            <p:ph type="subTitle" idx="8"/>
          </p:nvPr>
        </p:nvSpPr>
        <p:spPr>
          <a:xfrm>
            <a:off x="3709511" y="1258588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0" name="Google Shape;130;p16"/>
          <p:cNvSpPr txBox="1">
            <a:spLocks noGrp="1"/>
          </p:cNvSpPr>
          <p:nvPr>
            <p:ph type="subTitle" idx="9"/>
          </p:nvPr>
        </p:nvSpPr>
        <p:spPr>
          <a:xfrm>
            <a:off x="6401672" y="1258588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1" name="Google Shape;131;p16"/>
          <p:cNvSpPr txBox="1">
            <a:spLocks noGrp="1"/>
          </p:cNvSpPr>
          <p:nvPr>
            <p:ph type="subTitle" idx="13"/>
          </p:nvPr>
        </p:nvSpPr>
        <p:spPr>
          <a:xfrm>
            <a:off x="1017326" y="2815504"/>
            <a:ext cx="1975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2" name="Google Shape;132;p16"/>
          <p:cNvSpPr txBox="1">
            <a:spLocks noGrp="1"/>
          </p:cNvSpPr>
          <p:nvPr>
            <p:ph type="subTitle" idx="14"/>
          </p:nvPr>
        </p:nvSpPr>
        <p:spPr>
          <a:xfrm>
            <a:off x="3709511" y="281550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3" name="Google Shape;133;p16"/>
          <p:cNvSpPr txBox="1">
            <a:spLocks noGrp="1"/>
          </p:cNvSpPr>
          <p:nvPr>
            <p:ph type="subTitle" idx="15"/>
          </p:nvPr>
        </p:nvSpPr>
        <p:spPr>
          <a:xfrm>
            <a:off x="6401672" y="281550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34" name="Google Shape;134;p16"/>
          <p:cNvGrpSpPr/>
          <p:nvPr/>
        </p:nvGrpSpPr>
        <p:grpSpPr>
          <a:xfrm>
            <a:off x="-12350" y="0"/>
            <a:ext cx="9176501" cy="3722113"/>
            <a:chOff x="-12350" y="0"/>
            <a:chExt cx="9176501" cy="3722113"/>
          </a:xfrm>
        </p:grpSpPr>
        <p:pic>
          <p:nvPicPr>
            <p:cNvPr id="135" name="Google Shape;135;p16"/>
            <p:cNvPicPr preferRelativeResize="0"/>
            <p:nvPr/>
          </p:nvPicPr>
          <p:blipFill rotWithShape="1">
            <a:blip r:embed="rId2">
              <a:alphaModFix/>
            </a:blip>
            <a:srcRect l="67243" r="16176"/>
            <a:stretch/>
          </p:blipFill>
          <p:spPr>
            <a:xfrm>
              <a:off x="-12350" y="163308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  <p:pic>
          <p:nvPicPr>
            <p:cNvPr id="136" name="Google Shape;136;p16"/>
            <p:cNvPicPr preferRelativeResize="0"/>
            <p:nvPr/>
          </p:nvPicPr>
          <p:blipFill rotWithShape="1">
            <a:blip r:embed="rId3">
              <a:alphaModFix/>
            </a:blip>
            <a:srcRect t="67791" b="15120"/>
            <a:stretch/>
          </p:blipFill>
          <p:spPr>
            <a:xfrm>
              <a:off x="8817800" y="0"/>
              <a:ext cx="346351" cy="125860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</p:grpSp>
      <p:cxnSp>
        <p:nvCxnSpPr>
          <p:cNvPr id="137" name="Google Shape;137;p16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4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73" name="Google Shape;173;p22"/>
          <p:cNvGrpSpPr/>
          <p:nvPr/>
        </p:nvGrpSpPr>
        <p:grpSpPr>
          <a:xfrm>
            <a:off x="0" y="-4975"/>
            <a:ext cx="9146324" cy="3721325"/>
            <a:chOff x="0" y="-4975"/>
            <a:chExt cx="9146324" cy="3721325"/>
          </a:xfrm>
        </p:grpSpPr>
        <p:pic>
          <p:nvPicPr>
            <p:cNvPr id="174" name="Google Shape;174;p22"/>
            <p:cNvPicPr preferRelativeResize="0"/>
            <p:nvPr/>
          </p:nvPicPr>
          <p:blipFill rotWithShape="1">
            <a:blip r:embed="rId2">
              <a:alphaModFix/>
            </a:blip>
            <a:srcRect l="67243" r="16176"/>
            <a:stretch/>
          </p:blipFill>
          <p:spPr>
            <a:xfrm>
              <a:off x="0" y="1627300"/>
              <a:ext cx="286999" cy="2089049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  <p:pic>
          <p:nvPicPr>
            <p:cNvPr id="175" name="Google Shape;175;p22"/>
            <p:cNvPicPr preferRelativeResize="0"/>
            <p:nvPr/>
          </p:nvPicPr>
          <p:blipFill rotWithShape="1">
            <a:blip r:embed="rId3">
              <a:alphaModFix/>
            </a:blip>
            <a:srcRect t="75209" b="7701"/>
            <a:stretch/>
          </p:blipFill>
          <p:spPr>
            <a:xfrm>
              <a:off x="5964425" y="-4975"/>
              <a:ext cx="3181899" cy="37530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</p:grpSp>
      <p:cxnSp>
        <p:nvCxnSpPr>
          <p:cNvPr id="176" name="Google Shape;176;p22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8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203" name="Google Shape;203;p28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204" name="Google Shape;204;p28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grpSp>
        <p:nvGrpSpPr>
          <p:cNvPr id="205" name="Google Shape;205;p28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206" name="Google Shape;206;p28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7" name="Google Shape;207;p28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29"/>
          <p:cNvGrpSpPr/>
          <p:nvPr/>
        </p:nvGrpSpPr>
        <p:grpSpPr>
          <a:xfrm>
            <a:off x="0" y="0"/>
            <a:ext cx="9172851" cy="4288087"/>
            <a:chOff x="0" y="0"/>
            <a:chExt cx="9172851" cy="4288087"/>
          </a:xfrm>
        </p:grpSpPr>
        <p:pic>
          <p:nvPicPr>
            <p:cNvPr id="210" name="Google Shape;210;p29"/>
            <p:cNvPicPr preferRelativeResize="0"/>
            <p:nvPr/>
          </p:nvPicPr>
          <p:blipFill rotWithShape="1">
            <a:blip r:embed="rId2">
              <a:alphaModFix/>
            </a:blip>
            <a:srcRect l="67243" r="16176"/>
            <a:stretch/>
          </p:blipFill>
          <p:spPr>
            <a:xfrm>
              <a:off x="0" y="1624113"/>
              <a:ext cx="281551" cy="2663974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  <p:pic>
          <p:nvPicPr>
            <p:cNvPr id="211" name="Google Shape;211;p29"/>
            <p:cNvPicPr preferRelativeResize="0"/>
            <p:nvPr/>
          </p:nvPicPr>
          <p:blipFill rotWithShape="1">
            <a:blip r:embed="rId3">
              <a:alphaModFix/>
            </a:blip>
            <a:srcRect t="67791" b="15120"/>
            <a:stretch/>
          </p:blipFill>
          <p:spPr>
            <a:xfrm>
              <a:off x="8826500" y="0"/>
              <a:ext cx="346351" cy="1096799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</p:grpSp>
      <p:cxnSp>
        <p:nvCxnSpPr>
          <p:cNvPr id="212" name="Google Shape;212;p29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61" name="Google Shape;161;p20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62" name="Google Shape;162;p20"/>
          <p:cNvGrpSpPr/>
          <p:nvPr/>
        </p:nvGrpSpPr>
        <p:grpSpPr>
          <a:xfrm>
            <a:off x="0" y="0"/>
            <a:ext cx="9143999" cy="5143499"/>
            <a:chOff x="0" y="0"/>
            <a:chExt cx="9143999" cy="5143499"/>
          </a:xfrm>
        </p:grpSpPr>
        <p:pic>
          <p:nvPicPr>
            <p:cNvPr id="163" name="Google Shape;163;p20"/>
            <p:cNvPicPr preferRelativeResize="0"/>
            <p:nvPr/>
          </p:nvPicPr>
          <p:blipFill rotWithShape="1">
            <a:blip r:embed="rId2">
              <a:alphaModFix/>
            </a:blip>
            <a:srcRect t="5470" b="71349"/>
            <a:stretch/>
          </p:blipFill>
          <p:spPr>
            <a:xfrm>
              <a:off x="7524725" y="0"/>
              <a:ext cx="1619274" cy="375351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164" name="Google Shape;164;p20"/>
            <p:cNvPicPr preferRelativeResize="0"/>
            <p:nvPr/>
          </p:nvPicPr>
          <p:blipFill rotWithShape="1">
            <a:blip r:embed="rId2">
              <a:alphaModFix/>
            </a:blip>
            <a:srcRect l="17732" r="68790"/>
            <a:stretch/>
          </p:blipFill>
          <p:spPr>
            <a:xfrm>
              <a:off x="0" y="3054450"/>
              <a:ext cx="281551" cy="2089049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70258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8" r:id="rId6"/>
    <p:sldLayoutId id="2147483660" r:id="rId7"/>
    <p:sldLayoutId id="2147483662" r:id="rId8"/>
    <p:sldLayoutId id="2147483668" r:id="rId9"/>
    <p:sldLayoutId id="2147483674" r:id="rId10"/>
    <p:sldLayoutId id="2147483675" r:id="rId11"/>
    <p:sldLayoutId id="214748367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sv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free-icons/antenna" TargetMode="External"/><Relationship Id="rId2" Type="http://schemas.openxmlformats.org/officeDocument/2006/relationships/hyperlink" Target="https://www.flaticon.com/free-icons/light-dependent-resistor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flaticon.com/free-icons/spirit-leve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>
            <a:spLocks noGrp="1"/>
          </p:cNvSpPr>
          <p:nvPr>
            <p:ph type="ctrTitle"/>
          </p:nvPr>
        </p:nvSpPr>
        <p:spPr>
          <a:xfrm>
            <a:off x="3528123" y="1876806"/>
            <a:ext cx="4708301" cy="21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Talking Mailbox</a:t>
            </a:r>
            <a:endParaRPr dirty="0"/>
          </a:p>
        </p:txBody>
      </p:sp>
      <p:sp>
        <p:nvSpPr>
          <p:cNvPr id="224" name="Google Shape;224;p33"/>
          <p:cNvSpPr txBox="1">
            <a:spLocks noGrp="1"/>
          </p:cNvSpPr>
          <p:nvPr>
            <p:ph type="subTitle" idx="1"/>
          </p:nvPr>
        </p:nvSpPr>
        <p:spPr>
          <a:xfrm>
            <a:off x="1018025" y="528894"/>
            <a:ext cx="5607963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800" b="1" dirty="0"/>
              <a:t>LoRa-Enabled Post Detection System</a:t>
            </a:r>
            <a:endParaRPr sz="1800" b="1" dirty="0"/>
          </a:p>
        </p:txBody>
      </p:sp>
      <p:sp>
        <p:nvSpPr>
          <p:cNvPr id="225" name="Google Shape;225;p33"/>
          <p:cNvSpPr txBox="1"/>
          <p:nvPr/>
        </p:nvSpPr>
        <p:spPr>
          <a:xfrm>
            <a:off x="2406326" y="4433150"/>
            <a:ext cx="5228188" cy="3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By Abhinav Kothari (33349) and Justin Chin Cheong (34140)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F57D983-69FC-A606-6885-799CC343E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711382" y="1876806"/>
            <a:ext cx="1389888" cy="1389888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6"/>
          <p:cNvSpPr txBox="1">
            <a:spLocks noGrp="1"/>
          </p:cNvSpPr>
          <p:nvPr>
            <p:ph type="title"/>
          </p:nvPr>
        </p:nvSpPr>
        <p:spPr>
          <a:xfrm>
            <a:off x="713225" y="1150775"/>
            <a:ext cx="414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</a:t>
            </a:r>
            <a:endParaRPr dirty="0"/>
          </a:p>
        </p:txBody>
      </p:sp>
      <p:sp>
        <p:nvSpPr>
          <p:cNvPr id="264" name="Google Shape;264;p36"/>
          <p:cNvSpPr txBox="1">
            <a:spLocks noGrp="1"/>
          </p:cNvSpPr>
          <p:nvPr>
            <p:ph type="subTitle" idx="1"/>
          </p:nvPr>
        </p:nvSpPr>
        <p:spPr>
          <a:xfrm>
            <a:off x="713225" y="1866025"/>
            <a:ext cx="41457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dirty="0"/>
              <a:t>Professors/Instructors have a lot to do, and don’t always have the time to see the mailbox</a:t>
            </a:r>
          </a:p>
          <a:p>
            <a:pPr marL="171450" indent="-171450"/>
            <a:r>
              <a:rPr lang="en-US" dirty="0"/>
              <a:t>Checking for mailbox and finding nothing can be annoying and a waste of time</a:t>
            </a:r>
          </a:p>
          <a:p>
            <a:pPr marL="171450" indent="-171450"/>
            <a:r>
              <a:rPr lang="en-US" dirty="0"/>
              <a:t>Posts can remain unchecked for a long time if professor is busy</a:t>
            </a:r>
          </a:p>
          <a:p>
            <a:pPr marL="171450" indent="-171450"/>
            <a:r>
              <a:rPr lang="en-US" dirty="0"/>
              <a:t>No way of knowing if post received if away (e.g., on conference/vacation)</a:t>
            </a:r>
            <a:endParaRPr dirty="0"/>
          </a:p>
        </p:txBody>
      </p:sp>
      <p:pic>
        <p:nvPicPr>
          <p:cNvPr id="265" name="Google Shape;265;p36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88" r="12288"/>
          <a:stretch/>
        </p:blipFill>
        <p:spPr>
          <a:xfrm>
            <a:off x="5643775" y="724200"/>
            <a:ext cx="2787000" cy="3695099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CAE8B01-0587-2F84-C754-6C034A314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11577" y="3617904"/>
            <a:ext cx="493776" cy="49377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A5B6F97-9D8F-7D80-A877-8768546FF1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0000" y="1686121"/>
            <a:ext cx="491773" cy="491773"/>
          </a:xfrm>
          <a:prstGeom prst="rect">
            <a:avLst/>
          </a:prstGeom>
        </p:spPr>
      </p:pic>
      <p:sp>
        <p:nvSpPr>
          <p:cNvPr id="290" name="Google Shape;290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Solution: The Talking Mailbox</a:t>
            </a:r>
            <a:endParaRPr dirty="0"/>
          </a:p>
        </p:txBody>
      </p:sp>
      <p:sp>
        <p:nvSpPr>
          <p:cNvPr id="291" name="Google Shape;291;p39"/>
          <p:cNvSpPr txBox="1">
            <a:spLocks noGrp="1"/>
          </p:cNvSpPr>
          <p:nvPr>
            <p:ph type="subTitle" idx="4"/>
          </p:nvPr>
        </p:nvSpPr>
        <p:spPr>
          <a:xfrm>
            <a:off x="1846625" y="15643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 post</a:t>
            </a:r>
            <a:endParaRPr dirty="0"/>
          </a:p>
        </p:txBody>
      </p:sp>
      <p:sp>
        <p:nvSpPr>
          <p:cNvPr id="292" name="Google Shape;292;p39"/>
          <p:cNvSpPr txBox="1">
            <a:spLocks noGrp="1"/>
          </p:cNvSpPr>
          <p:nvPr>
            <p:ph type="subTitle" idx="5"/>
          </p:nvPr>
        </p:nvSpPr>
        <p:spPr>
          <a:xfrm>
            <a:off x="1846625" y="253535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Notify</a:t>
            </a:r>
          </a:p>
        </p:txBody>
      </p:sp>
      <p:sp>
        <p:nvSpPr>
          <p:cNvPr id="293" name="Google Shape;293;p39"/>
          <p:cNvSpPr txBox="1">
            <a:spLocks noGrp="1"/>
          </p:cNvSpPr>
          <p:nvPr>
            <p:ph type="subTitle" idx="1"/>
          </p:nvPr>
        </p:nvSpPr>
        <p:spPr>
          <a:xfrm>
            <a:off x="3578700" y="15643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Your mailbox knows when something arrives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Weight sensor to detect post in box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Same sensor can detect when post is removed</a:t>
            </a:r>
          </a:p>
        </p:txBody>
      </p:sp>
      <p:sp>
        <p:nvSpPr>
          <p:cNvPr id="294" name="Google Shape;294;p39"/>
          <p:cNvSpPr txBox="1">
            <a:spLocks noGrp="1"/>
          </p:cNvSpPr>
          <p:nvPr>
            <p:ph type="subTitle" idx="2"/>
          </p:nvPr>
        </p:nvSpPr>
        <p:spPr>
          <a:xfrm>
            <a:off x="3578700" y="253535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The mailbox talks to you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Update a website to see if post is in the box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Optional: mail the respective person</a:t>
            </a:r>
          </a:p>
        </p:txBody>
      </p:sp>
      <p:sp>
        <p:nvSpPr>
          <p:cNvPr id="295" name="Google Shape;295;p39"/>
          <p:cNvSpPr txBox="1">
            <a:spLocks noGrp="1"/>
          </p:cNvSpPr>
          <p:nvPr>
            <p:ph type="subTitle" idx="3"/>
          </p:nvPr>
        </p:nvSpPr>
        <p:spPr>
          <a:xfrm>
            <a:off x="3578700" y="35064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" dirty="0"/>
              <a:t>Stay alert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Monitors battery and alerts user in case of low battery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Detects opening, and alerts user: avoid tampering</a:t>
            </a:r>
            <a:endParaRPr dirty="0"/>
          </a:p>
        </p:txBody>
      </p:sp>
      <p:sp>
        <p:nvSpPr>
          <p:cNvPr id="296" name="Google Shape;296;p39"/>
          <p:cNvSpPr txBox="1">
            <a:spLocks noGrp="1"/>
          </p:cNvSpPr>
          <p:nvPr>
            <p:ph type="subTitle" idx="6"/>
          </p:nvPr>
        </p:nvSpPr>
        <p:spPr>
          <a:xfrm>
            <a:off x="1846625" y="35064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Alert</a:t>
            </a:r>
            <a:endParaRPr dirty="0"/>
          </a:p>
        </p:txBody>
      </p:sp>
      <p:cxnSp>
        <p:nvCxnSpPr>
          <p:cNvPr id="308" name="Google Shape;308;p39"/>
          <p:cNvCxnSpPr/>
          <p:nvPr/>
        </p:nvCxnSpPr>
        <p:spPr>
          <a:xfrm>
            <a:off x="1563073" y="1564300"/>
            <a:ext cx="0" cy="72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9" name="Google Shape;309;p39"/>
          <p:cNvCxnSpPr/>
          <p:nvPr/>
        </p:nvCxnSpPr>
        <p:spPr>
          <a:xfrm>
            <a:off x="1563073" y="2535350"/>
            <a:ext cx="0" cy="72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0" name="Google Shape;310;p39"/>
          <p:cNvCxnSpPr/>
          <p:nvPr/>
        </p:nvCxnSpPr>
        <p:spPr>
          <a:xfrm>
            <a:off x="1563073" y="3506400"/>
            <a:ext cx="0" cy="72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raphic 5">
            <a:extLst>
              <a:ext uri="{FF2B5EF4-FFF2-40B4-BE49-F238E27FC236}">
                <a16:creationId xmlns:a16="http://schemas.microsoft.com/office/drawing/2014/main" id="{DD712D33-2FAE-A058-981A-EBC0246ADB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11577" y="2651011"/>
            <a:ext cx="493776" cy="493776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Approach to Solution</a:t>
            </a:r>
            <a:endParaRPr dirty="0"/>
          </a:p>
        </p:txBody>
      </p:sp>
      <p:sp>
        <p:nvSpPr>
          <p:cNvPr id="349" name="Google Shape;349;p41"/>
          <p:cNvSpPr txBox="1">
            <a:spLocks noGrp="1"/>
          </p:cNvSpPr>
          <p:nvPr>
            <p:ph type="subTitle" idx="1"/>
          </p:nvPr>
        </p:nvSpPr>
        <p:spPr>
          <a:xfrm>
            <a:off x="805782" y="1786350"/>
            <a:ext cx="1626552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Use a </a:t>
            </a:r>
            <a:r>
              <a:rPr lang="en-US" dirty="0"/>
              <a:t>weight</a:t>
            </a:r>
            <a:r>
              <a:rPr lang="en" dirty="0"/>
              <a:t> sensor to detect if a post comes in</a:t>
            </a:r>
            <a:endParaRPr dirty="0"/>
          </a:p>
        </p:txBody>
      </p:sp>
      <p:sp>
        <p:nvSpPr>
          <p:cNvPr id="350" name="Google Shape;350;p41"/>
          <p:cNvSpPr txBox="1">
            <a:spLocks noGrp="1"/>
          </p:cNvSpPr>
          <p:nvPr>
            <p:ph type="subTitle" idx="2"/>
          </p:nvPr>
        </p:nvSpPr>
        <p:spPr>
          <a:xfrm>
            <a:off x="2797007" y="1786359"/>
            <a:ext cx="1553149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combination of Light Dependent Resistor and Tilt Sensor on the lid to detect opening</a:t>
            </a:r>
            <a:endParaRPr dirty="0"/>
          </a:p>
        </p:txBody>
      </p:sp>
      <p:sp>
        <p:nvSpPr>
          <p:cNvPr id="351" name="Google Shape;351;p41"/>
          <p:cNvSpPr txBox="1">
            <a:spLocks noGrp="1"/>
          </p:cNvSpPr>
          <p:nvPr>
            <p:ph type="subTitle" idx="3"/>
          </p:nvPr>
        </p:nvSpPr>
        <p:spPr>
          <a:xfrm>
            <a:off x="805782" y="3346400"/>
            <a:ext cx="1653774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Detecting post triggers LoRaWAN gateway notification (website/mail)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2" name="Google Shape;352;p41"/>
          <p:cNvSpPr txBox="1">
            <a:spLocks noGrp="1"/>
          </p:cNvSpPr>
          <p:nvPr>
            <p:ph type="subTitle" idx="4"/>
          </p:nvPr>
        </p:nvSpPr>
        <p:spPr>
          <a:xfrm>
            <a:off x="2796994" y="3346400"/>
            <a:ext cx="1553149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Check voltage levels, in case it drops below a threshold, alert the user</a:t>
            </a:r>
            <a:br>
              <a:rPr lang="en-US" dirty="0"/>
            </a:br>
            <a:endParaRPr dirty="0"/>
          </a:p>
        </p:txBody>
      </p:sp>
      <p:sp>
        <p:nvSpPr>
          <p:cNvPr id="353" name="Google Shape;353;p41"/>
          <p:cNvSpPr txBox="1">
            <a:spLocks noGrp="1"/>
          </p:cNvSpPr>
          <p:nvPr>
            <p:ph type="subTitle" idx="7"/>
          </p:nvPr>
        </p:nvSpPr>
        <p:spPr>
          <a:xfrm>
            <a:off x="805782" y="1258579"/>
            <a:ext cx="1734674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Check for post</a:t>
            </a:r>
            <a:endParaRPr dirty="0"/>
          </a:p>
        </p:txBody>
      </p:sp>
      <p:sp>
        <p:nvSpPr>
          <p:cNvPr id="354" name="Google Shape;354;p41"/>
          <p:cNvSpPr txBox="1">
            <a:spLocks noGrp="1"/>
          </p:cNvSpPr>
          <p:nvPr>
            <p:ph type="subTitle" idx="8"/>
          </p:nvPr>
        </p:nvSpPr>
        <p:spPr>
          <a:xfrm>
            <a:off x="2797007" y="1258588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Detect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opening</a:t>
            </a:r>
            <a:endParaRPr dirty="0"/>
          </a:p>
        </p:txBody>
      </p:sp>
      <p:sp>
        <p:nvSpPr>
          <p:cNvPr id="358" name="Google Shape;358;p41"/>
          <p:cNvSpPr txBox="1">
            <a:spLocks noGrp="1"/>
          </p:cNvSpPr>
          <p:nvPr>
            <p:ph type="subTitle" idx="13"/>
          </p:nvPr>
        </p:nvSpPr>
        <p:spPr>
          <a:xfrm>
            <a:off x="805782" y="2815504"/>
            <a:ext cx="1442574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Notify personnel</a:t>
            </a:r>
            <a:endParaRPr dirty="0"/>
          </a:p>
        </p:txBody>
      </p:sp>
      <p:sp>
        <p:nvSpPr>
          <p:cNvPr id="359" name="Google Shape;359;p41"/>
          <p:cNvSpPr txBox="1">
            <a:spLocks noGrp="1"/>
          </p:cNvSpPr>
          <p:nvPr>
            <p:ph type="subTitle" idx="14"/>
          </p:nvPr>
        </p:nvSpPr>
        <p:spPr>
          <a:xfrm>
            <a:off x="2797007" y="281550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Monitor </a:t>
            </a:r>
          </a:p>
          <a:p>
            <a:pPr marL="0" lvl="0" indent="0"/>
            <a:r>
              <a:rPr lang="en-US" dirty="0"/>
              <a:t>battery</a:t>
            </a:r>
          </a:p>
        </p:txBody>
      </p:sp>
      <p:cxnSp>
        <p:nvCxnSpPr>
          <p:cNvPr id="361" name="Google Shape;361;p41"/>
          <p:cNvCxnSpPr/>
          <p:nvPr/>
        </p:nvCxnSpPr>
        <p:spPr>
          <a:xfrm flipH="1">
            <a:off x="511206" y="1258600"/>
            <a:ext cx="3900" cy="31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2" name="Google Shape;362;p41"/>
          <p:cNvCxnSpPr/>
          <p:nvPr/>
        </p:nvCxnSpPr>
        <p:spPr>
          <a:xfrm flipH="1">
            <a:off x="2498056" y="1258600"/>
            <a:ext cx="3900" cy="31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63;p41"/>
          <p:cNvCxnSpPr/>
          <p:nvPr/>
        </p:nvCxnSpPr>
        <p:spPr>
          <a:xfrm flipH="1">
            <a:off x="4546240" y="1258600"/>
            <a:ext cx="3900" cy="31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C3303B11-53AF-C50E-2C7B-A6269858688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83119" y="795260"/>
            <a:ext cx="3253388" cy="3614414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Product technologies and interaction</a:t>
            </a:r>
            <a:endParaRPr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6B2B868-C8D5-7949-0FC6-1B7E2E43C356}"/>
              </a:ext>
            </a:extLst>
          </p:cNvPr>
          <p:cNvGrpSpPr/>
          <p:nvPr/>
        </p:nvGrpSpPr>
        <p:grpSpPr>
          <a:xfrm>
            <a:off x="655093" y="1200890"/>
            <a:ext cx="1842669" cy="1082292"/>
            <a:chOff x="655093" y="1200890"/>
            <a:chExt cx="1842669" cy="1082292"/>
          </a:xfrm>
        </p:grpSpPr>
        <p:sp>
          <p:nvSpPr>
            <p:cNvPr id="446" name="Google Shape;446;p46"/>
            <p:cNvSpPr txBox="1"/>
            <p:nvPr/>
          </p:nvSpPr>
          <p:spPr>
            <a:xfrm>
              <a:off x="655093" y="1863482"/>
              <a:ext cx="1842669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Weight</a:t>
              </a:r>
              <a:endParaRPr lang="en"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 Sensor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F4289042-3237-9F27-4C34-C8CF67C49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47828" y="1200890"/>
              <a:ext cx="457200" cy="45720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46F8C-11A9-AD60-35CA-3EDAA9E4091F}"/>
              </a:ext>
            </a:extLst>
          </p:cNvPr>
          <p:cNvGrpSpPr/>
          <p:nvPr/>
        </p:nvGrpSpPr>
        <p:grpSpPr>
          <a:xfrm>
            <a:off x="698187" y="2498313"/>
            <a:ext cx="1757100" cy="876512"/>
            <a:chOff x="698187" y="2498313"/>
            <a:chExt cx="1757100" cy="876512"/>
          </a:xfrm>
        </p:grpSpPr>
        <p:sp>
          <p:nvSpPr>
            <p:cNvPr id="447" name="Google Shape;447;p46"/>
            <p:cNvSpPr txBox="1"/>
            <p:nvPr/>
          </p:nvSpPr>
          <p:spPr>
            <a:xfrm>
              <a:off x="698187" y="2955125"/>
              <a:ext cx="1757100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LDR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9BDC342-EBE3-00D7-C8C7-549AE688CC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stretch/>
          </p:blipFill>
          <p:spPr>
            <a:xfrm>
              <a:off x="1342318" y="2498313"/>
              <a:ext cx="457200" cy="457200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5103ED9-60B8-C4C5-18BD-6476DE4878C0}"/>
              </a:ext>
            </a:extLst>
          </p:cNvPr>
          <p:cNvGrpSpPr/>
          <p:nvPr/>
        </p:nvGrpSpPr>
        <p:grpSpPr>
          <a:xfrm>
            <a:off x="4948161" y="2524443"/>
            <a:ext cx="1757100" cy="793588"/>
            <a:chOff x="4948161" y="2524443"/>
            <a:chExt cx="1757100" cy="793588"/>
          </a:xfrm>
        </p:grpSpPr>
        <p:sp>
          <p:nvSpPr>
            <p:cNvPr id="448" name="Google Shape;448;p46"/>
            <p:cNvSpPr txBox="1"/>
            <p:nvPr/>
          </p:nvSpPr>
          <p:spPr>
            <a:xfrm>
              <a:off x="4948161" y="2898331"/>
              <a:ext cx="1757100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LoRa Antenna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7" name="Picture 6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A269178B-C794-2335-1CCF-3F2D687E7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612835" y="2524443"/>
              <a:ext cx="457200" cy="457200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6C60C72-E4FD-574E-F13A-8524968E78A6}"/>
              </a:ext>
            </a:extLst>
          </p:cNvPr>
          <p:cNvGrpSpPr/>
          <p:nvPr/>
        </p:nvGrpSpPr>
        <p:grpSpPr>
          <a:xfrm>
            <a:off x="2497762" y="2499090"/>
            <a:ext cx="2329997" cy="833595"/>
            <a:chOff x="2497762" y="2499090"/>
            <a:chExt cx="2329997" cy="833595"/>
          </a:xfrm>
        </p:grpSpPr>
        <p:sp>
          <p:nvSpPr>
            <p:cNvPr id="449" name="Google Shape;449;p46"/>
            <p:cNvSpPr txBox="1"/>
            <p:nvPr/>
          </p:nvSpPr>
          <p:spPr>
            <a:xfrm>
              <a:off x="2497762" y="2912985"/>
              <a:ext cx="2329997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WiFi LoRa ESP32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9" name="Graphic 8" descr="Processor with solid fill">
              <a:extLst>
                <a:ext uri="{FF2B5EF4-FFF2-40B4-BE49-F238E27FC236}">
                  <a16:creationId xmlns:a16="http://schemas.microsoft.com/office/drawing/2014/main" id="{E8C8BF94-1BDF-41E8-446F-09E9993B8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406410" y="2499090"/>
              <a:ext cx="457200" cy="4572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5F66F20-691E-929A-3FD8-01F50D5CE5AC}"/>
              </a:ext>
            </a:extLst>
          </p:cNvPr>
          <p:cNvGrpSpPr/>
          <p:nvPr/>
        </p:nvGrpSpPr>
        <p:grpSpPr>
          <a:xfrm>
            <a:off x="871203" y="3554308"/>
            <a:ext cx="1399429" cy="876123"/>
            <a:chOff x="871203" y="3577959"/>
            <a:chExt cx="1399429" cy="876123"/>
          </a:xfrm>
        </p:grpSpPr>
        <p:sp>
          <p:nvSpPr>
            <p:cNvPr id="450" name="Google Shape;450;p46"/>
            <p:cNvSpPr txBox="1"/>
            <p:nvPr/>
          </p:nvSpPr>
          <p:spPr>
            <a:xfrm>
              <a:off x="871203" y="4034382"/>
              <a:ext cx="1399429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Tilt Sensor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52BE5DDE-40A5-567C-BFF3-C270CFE5B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stretch/>
          </p:blipFill>
          <p:spPr>
            <a:xfrm>
              <a:off x="1342318" y="3577959"/>
              <a:ext cx="457200" cy="457200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7918306-510D-8C60-314C-C2D58D1C7974}"/>
              </a:ext>
            </a:extLst>
          </p:cNvPr>
          <p:cNvGrpSpPr/>
          <p:nvPr/>
        </p:nvGrpSpPr>
        <p:grpSpPr>
          <a:xfrm>
            <a:off x="6684632" y="1220652"/>
            <a:ext cx="2025128" cy="1078290"/>
            <a:chOff x="5504270" y="3354834"/>
            <a:chExt cx="2025128" cy="1078290"/>
          </a:xfrm>
        </p:grpSpPr>
        <p:sp>
          <p:nvSpPr>
            <p:cNvPr id="451" name="Google Shape;451;p46"/>
            <p:cNvSpPr txBox="1"/>
            <p:nvPr/>
          </p:nvSpPr>
          <p:spPr>
            <a:xfrm>
              <a:off x="5504270" y="4013424"/>
              <a:ext cx="2025128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Website/Mail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898D846-FC23-42E6-922B-E8F02F806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6288234" y="3354834"/>
              <a:ext cx="457200" cy="457200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ED5D74-E0B6-0BCE-7AFB-2327728E7991}"/>
              </a:ext>
            </a:extLst>
          </p:cNvPr>
          <p:cNvGrpSpPr/>
          <p:nvPr/>
        </p:nvGrpSpPr>
        <p:grpSpPr>
          <a:xfrm>
            <a:off x="6745434" y="2522298"/>
            <a:ext cx="1979724" cy="795733"/>
            <a:chOff x="6745434" y="2522298"/>
            <a:chExt cx="1979724" cy="795733"/>
          </a:xfrm>
        </p:grpSpPr>
        <p:pic>
          <p:nvPicPr>
            <p:cNvPr id="21" name="Graphic 20" descr="Server with solid fill">
              <a:extLst>
                <a:ext uri="{FF2B5EF4-FFF2-40B4-BE49-F238E27FC236}">
                  <a16:creationId xmlns:a16="http://schemas.microsoft.com/office/drawing/2014/main" id="{8DD36537-2431-A18A-9BF5-9E65385F2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466523" y="2522298"/>
              <a:ext cx="457200" cy="457200"/>
            </a:xfrm>
            <a:prstGeom prst="rect">
              <a:avLst/>
            </a:prstGeom>
          </p:spPr>
        </p:pic>
        <p:sp>
          <p:nvSpPr>
            <p:cNvPr id="22" name="Google Shape;447;p46">
              <a:extLst>
                <a:ext uri="{FF2B5EF4-FFF2-40B4-BE49-F238E27FC236}">
                  <a16:creationId xmlns:a16="http://schemas.microsoft.com/office/drawing/2014/main" id="{CDEE880D-D077-7A2C-34E9-4D52923306B2}"/>
                </a:ext>
              </a:extLst>
            </p:cNvPr>
            <p:cNvSpPr txBox="1"/>
            <p:nvPr/>
          </p:nvSpPr>
          <p:spPr>
            <a:xfrm>
              <a:off x="6745434" y="2898331"/>
              <a:ext cx="1979724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Backend Layer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2F165B7-017F-8AA5-E0E0-9E09F16BECCE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799518" y="2726913"/>
            <a:ext cx="1462514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53186F5-65B6-7F4D-8761-D63931C5A295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906085" y="2744205"/>
            <a:ext cx="1706750" cy="8838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D63827E-4068-28D4-C7DF-499832576E51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6070035" y="2750898"/>
            <a:ext cx="1396488" cy="214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7B837AD-E0A7-E486-611D-B6190CAD810F}"/>
              </a:ext>
            </a:extLst>
          </p:cNvPr>
          <p:cNvCxnSpPr>
            <a:cxnSpLocks/>
            <a:stCxn id="21" idx="0"/>
            <a:endCxn id="451" idx="2"/>
          </p:cNvCxnSpPr>
          <p:nvPr/>
        </p:nvCxnSpPr>
        <p:spPr>
          <a:xfrm flipV="1">
            <a:off x="7695123" y="2298942"/>
            <a:ext cx="2073" cy="223356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2F83C457-8DD5-4762-4EFB-599CE8156F45}"/>
              </a:ext>
            </a:extLst>
          </p:cNvPr>
          <p:cNvGrpSpPr/>
          <p:nvPr/>
        </p:nvGrpSpPr>
        <p:grpSpPr>
          <a:xfrm>
            <a:off x="5986263" y="3578887"/>
            <a:ext cx="2437737" cy="954107"/>
            <a:chOff x="3023448" y="3691919"/>
            <a:chExt cx="2437737" cy="95410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BD44B27-20E0-0A26-8B36-04FD5062D593}"/>
                </a:ext>
              </a:extLst>
            </p:cNvPr>
            <p:cNvSpPr txBox="1"/>
            <p:nvPr/>
          </p:nvSpPr>
          <p:spPr>
            <a:xfrm>
              <a:off x="3239102" y="3691919"/>
              <a:ext cx="2222083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Legend Communication</a:t>
              </a:r>
            </a:p>
            <a:p>
              <a:r>
                <a:rPr lang="en-US" dirty="0"/>
                <a:t>Wired</a:t>
              </a:r>
              <a:br>
                <a:rPr lang="en-US" dirty="0"/>
              </a:br>
              <a:r>
                <a:rPr lang="en-US" dirty="0"/>
                <a:t>LoRaWAN</a:t>
              </a:r>
              <a:br>
                <a:rPr lang="en-US" dirty="0"/>
              </a:br>
              <a:r>
                <a:rPr lang="en-US" dirty="0"/>
                <a:t>Internal server</a:t>
              </a:r>
              <a:endParaRPr lang="LID4096" dirty="0"/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C8D6A37-4D9C-5B7F-5928-80635700656A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41615" y="3920568"/>
              <a:ext cx="2782" cy="239116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C950CC0E-CEBD-FD85-B422-F51F4E9FA21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41615" y="4161857"/>
              <a:ext cx="2782" cy="239116"/>
            </a:xfrm>
            <a:prstGeom prst="straightConnector1">
              <a:avLst/>
            </a:prstGeom>
            <a:ln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F48DF945-5C21-A421-1B63-53BE7F4790C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41615" y="4390077"/>
              <a:ext cx="2782" cy="239116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1752870-8A8B-C74B-9449-851FFC3A542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799518" y="1449252"/>
            <a:ext cx="1835492" cy="1049838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2700E90D-E418-5ED0-0886-248361A81C97}"/>
              </a:ext>
            </a:extLst>
          </p:cNvPr>
          <p:cNvCxnSpPr>
            <a:cxnSpLocks/>
            <a:stCxn id="11" idx="3"/>
            <a:endCxn id="449" idx="2"/>
          </p:cNvCxnSpPr>
          <p:nvPr/>
        </p:nvCxnSpPr>
        <p:spPr>
          <a:xfrm flipV="1">
            <a:off x="1799518" y="3332685"/>
            <a:ext cx="1863243" cy="450223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06621A6-EB1F-058A-6435-9E8157593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</p:spPr>
        <p:txBody>
          <a:bodyPr wrap="square"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8300" dirty="0"/>
              <a:t>Thank You</a:t>
            </a:r>
            <a:endParaRPr lang="LID4096" sz="8300" dirty="0"/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E084702B-E101-11AC-B647-499B779A0B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Any questions?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88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04851C-ED4A-97A1-08A3-5BE4D68FA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Requirements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E1AF5-4FA5-79F8-70EA-1A41512C1ECB}"/>
              </a:ext>
            </a:extLst>
          </p:cNvPr>
          <p:cNvSpPr txBox="1"/>
          <p:nvPr/>
        </p:nvSpPr>
        <p:spPr>
          <a:xfrm>
            <a:off x="720001" y="1017725"/>
            <a:ext cx="77040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Talking Door to be a satisfiable product, the following functional requirements must be implemented: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detect whether or not mail is present within the mailbox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detect if the mailbox is opened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check the battery status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communicate if a mail is in the box to a website (based on LoRaWAN)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detect light as a redundancy for confirming the opening status of the mailbox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alerts the responsible person via email or dashboard upon mail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sends battery status updates to a website every hour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sends a low battery warning to a website when the battery falls below a defined threshold</a:t>
            </a:r>
          </a:p>
        </p:txBody>
      </p:sp>
    </p:spTree>
    <p:extLst>
      <p:ext uri="{BB962C8B-B14F-4D97-AF65-F5344CB8AC3E}">
        <p14:creationId xmlns:p14="http://schemas.microsoft.com/office/powerpoint/2010/main" val="729748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727D-9BFB-2888-7A77-83D084E01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81CA08-A785-7B23-6FB9-940B4333C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Requirements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63E70-3371-B461-FDB8-E9B7E0762ED6}"/>
              </a:ext>
            </a:extLst>
          </p:cNvPr>
          <p:cNvSpPr txBox="1"/>
          <p:nvPr/>
        </p:nvSpPr>
        <p:spPr>
          <a:xfrm>
            <a:off x="720001" y="1017725"/>
            <a:ext cx="7704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Talking Door to operate and perform its functions, the following technical requirements must be implemented: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weight sensor can detect a change in weight of approximately 20g. This indicates when a piece of mail has been placed within the 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tilt sensor can detect the rotation of the post box lid. This indicates when the lid is opened.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LDR can detect the change in light intensity by a defined threshold. This indicates when the lid is opened.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transmitter can reliably connect and communicate via the LoRaWAN Gateway.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server with which the LoRaWAN communicates, can send emails to relevant personnel about the 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power supply is a battery with a working voltage of 3.1V to 5.5V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enclosure can protect the system within a typical indoor environment (IP 31)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should function at temperatures ranging 0-40°C and humidity 10-90%</a:t>
            </a:r>
          </a:p>
        </p:txBody>
      </p:sp>
    </p:spTree>
    <p:extLst>
      <p:ext uri="{BB962C8B-B14F-4D97-AF65-F5344CB8AC3E}">
        <p14:creationId xmlns:p14="http://schemas.microsoft.com/office/powerpoint/2010/main" val="2677640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1EEED-5820-6CBE-67C8-0A0B0C0F8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CB886F-A4DC-CFA8-4443-9A51FD4AA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Price Estimates</a:t>
            </a:r>
            <a:endParaRPr lang="LID4096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D59289E-10DA-BE7D-3602-054D99864F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314259"/>
              </p:ext>
            </p:extLst>
          </p:nvPr>
        </p:nvGraphicFramePr>
        <p:xfrm>
          <a:off x="1270001" y="1220925"/>
          <a:ext cx="6096000" cy="296672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3722263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2210964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 Estimate [EUR]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9753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Weight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20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Digital Tilt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5050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ESP 32 + LoRa Module + Antenna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9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LDR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75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Housing estimate (extreme case)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20.00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8639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b="1" dirty="0"/>
                        <a:t>Total 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55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142451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409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1B96-4FD5-091A-7475-084EA7C28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B4ADFD-D59D-66D1-9BD3-51237F212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Attribution Links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496EE4-BE0E-F889-1F60-7BE09F9AF945}"/>
              </a:ext>
            </a:extLst>
          </p:cNvPr>
          <p:cNvSpPr txBox="1"/>
          <p:nvPr/>
        </p:nvSpPr>
        <p:spPr>
          <a:xfrm>
            <a:off x="720001" y="1017725"/>
            <a:ext cx="7704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icons were used from flaticons, here are the attribution links: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https://www.flaticon.com/free-icons/light-dependent-resistor</a:t>
            </a:r>
            <a:r>
              <a:rPr lang="en-US" dirty="0"/>
              <a:t> : Light dependent resistor icons created by verluk </a:t>
            </a:r>
            <a:r>
              <a:rPr lang="en-US" dirty="0">
                <a:hlinkClick r:id="rId3"/>
              </a:rPr>
              <a:t>–</a:t>
            </a:r>
            <a:r>
              <a:rPr lang="en-US" dirty="0"/>
              <a:t> Flaticon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https://www.flaticon.com/free-icons/antenna</a:t>
            </a:r>
            <a:r>
              <a:rPr lang="en-US" dirty="0"/>
              <a:t> : Antenna icons created by Freepik – Flaticon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https://www.flaticon.com/free-icons/spirit-level</a:t>
            </a:r>
            <a:r>
              <a:rPr lang="en-US" dirty="0"/>
              <a:t> : Spirit level icons created by juicy_fish - Flaticon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045045057"/>
      </p:ext>
    </p:extLst>
  </p:cSld>
  <p:clrMapOvr>
    <a:masterClrMapping/>
  </p:clrMapOvr>
</p:sld>
</file>

<file path=ppt/theme/theme1.xml><?xml version="1.0" encoding="utf-8"?>
<a:theme xmlns:a="http://schemas.openxmlformats.org/drawingml/2006/main" name="Brand Key Pitch Deck by Slidesgo">
  <a:themeElements>
    <a:clrScheme name="Simple Light">
      <a:dk1>
        <a:srgbClr val="424651"/>
      </a:dk1>
      <a:lt1>
        <a:srgbClr val="EAEFF4"/>
      </a:lt1>
      <a:dk2>
        <a:srgbClr val="A3ABB7"/>
      </a:dk2>
      <a:lt2>
        <a:srgbClr val="518CDE"/>
      </a:lt2>
      <a:accent1>
        <a:srgbClr val="595BD1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2465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650</Words>
  <Application>Microsoft Office PowerPoint</Application>
  <PresentationFormat>On-screen Show (16:9)</PresentationFormat>
  <Paragraphs>90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Nunito Light</vt:lpstr>
      <vt:lpstr>Roboto Light</vt:lpstr>
      <vt:lpstr>Raleway</vt:lpstr>
      <vt:lpstr>Arial</vt:lpstr>
      <vt:lpstr>Roboto</vt:lpstr>
      <vt:lpstr>Manrope</vt:lpstr>
      <vt:lpstr>Brand Key Pitch Deck by Slidesgo</vt:lpstr>
      <vt:lpstr>The Talking Mailbox</vt:lpstr>
      <vt:lpstr>Problem</vt:lpstr>
      <vt:lpstr>Solution: The Talking Mailbox</vt:lpstr>
      <vt:lpstr>Approach to Solution</vt:lpstr>
      <vt:lpstr>Product technologies and interaction</vt:lpstr>
      <vt:lpstr>Thank You</vt:lpstr>
      <vt:lpstr>Functional Requirements</vt:lpstr>
      <vt:lpstr>Technical Requirements</vt:lpstr>
      <vt:lpstr>Price Estimates</vt:lpstr>
      <vt:lpstr>Attribution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Abhinav Kothari</cp:lastModifiedBy>
  <cp:revision>4</cp:revision>
  <dcterms:modified xsi:type="dcterms:W3CDTF">2025-11-10T23:34:49Z</dcterms:modified>
</cp:coreProperties>
</file>